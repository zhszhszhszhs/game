
<file path=[Content_Types].xml><?xml version="1.0" encoding="utf-8"?>
<Types xmlns="http://schemas.openxmlformats.org/package/2006/content-types">
  <Default Extension="xlsx" ContentType="application/vnd.openxmlformats-officedocument.spreadsheetml.sheet"/>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1" d="1"/>
          <a:sy n="1" d="1"/>
        </p:scale>
        <p:origin x="0" y="0"/>
      </p:cViewPr>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7" Type="http://schemas.openxmlformats.org/officeDocument/2006/relationships/tableStyles" Target="tableStyles.xml"/><Relationship Id="rId26" Type="http://schemas.openxmlformats.org/officeDocument/2006/relationships/viewProps" Target="viewProps.xml"/><Relationship Id="rId25" Type="http://schemas.openxmlformats.org/officeDocument/2006/relationships/presProps" Target="presProps.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Workbook1.xlsx"/></Relationships>
</file>

<file path=ppt/charts/_rels/chart2.xml.rels><?xml version="1.0" encoding="UTF-8" standalone="yes"?>
<Relationships xmlns="http://schemas.openxmlformats.org/package/2006/relationships"><Relationship Id="rId1" Type="http://schemas.openxmlformats.org/officeDocument/2006/relationships/package" Target="../embeddings/Workbook2.xlsx"/></Relationships>
</file>

<file path=ppt/charts/_rels/chart3.xml.rels><?xml version="1.0" encoding="UTF-8" standalone="yes"?>
<Relationships xmlns="http://schemas.openxmlformats.org/package/2006/relationships"><Relationship Id="rId1" Type="http://schemas.openxmlformats.org/officeDocument/2006/relationships/package" Target="../embeddings/Workbook3.xlsx"/></Relationships>
</file>

<file path=ppt/charts/_rels/chart4.xml.rels><?xml version="1.0" encoding="UTF-8" standalone="yes"?>
<Relationships xmlns="http://schemas.openxmlformats.org/package/2006/relationships"><Relationship Id="rId1" Type="http://schemas.openxmlformats.org/officeDocument/2006/relationships/package" Target="../embeddings/Workbook4.xlsx"/></Relationships>
</file>

<file path=ppt/charts/_rels/chart5.xml.rels><?xml version="1.0" encoding="UTF-8" standalone="yes"?>
<Relationships xmlns="http://schemas.openxmlformats.org/package/2006/relationships"><Relationship Id="rId1" Type="http://schemas.openxmlformats.org/officeDocument/2006/relationships/package" Target="../embeddings/Workbook5.xlsx"/></Relationships>
</file>

<file path=ppt/charts/_rels/chart6.xml.rels><?xml version="1.0" encoding="UTF-8" standalone="yes"?>
<Relationships xmlns="http://schemas.openxmlformats.org/package/2006/relationships"><Relationship Id="rId1" Type="http://schemas.openxmlformats.org/officeDocument/2006/relationships/package" Target="../embeddings/Workbook6.xlsx"/></Relationships>
</file>

<file path=ppt/charts/_rels/chart7.xml.rels><?xml version="1.0" encoding="UTF-8" standalone="yes"?>
<Relationships xmlns="http://schemas.openxmlformats.org/package/2006/relationships"><Relationship Id="rId1" Type="http://schemas.openxmlformats.org/officeDocument/2006/relationships/package" Target="../embeddings/Workbook7.xlsx"/></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'Chart Data'!$B$1</c:f>
              <c:strCache>
                <c:ptCount val="1"/>
                <c:pt idx="0">
                  <c:v>开发均分</c:v>
                </c:pt>
              </c:strCache>
            </c:strRef>
          </c:tx>
          <c:spPr>
            <a:ln w="28575" cap="rnd">
              <a:solidFill>
                <a:srgbClr val="065980"/>
              </a:solidFill>
              <a:prstDash val="solid"/>
              <a:round/>
            </a:ln>
          </c:spPr>
          <c:marker>
            <c:symbol val="circle"/>
            <c:size val="6"/>
            <c:spPr>
              <a:solidFill>
                <a:srgbClr val="065980"/>
              </a:solidFill>
              <a:ln w="9525">
                <a:solidFill>
                  <a:srgbClr val="065980"/>
                </a:solidFill>
                <a:prstDash val="solid"/>
                <a:round/>
              </a:ln>
            </c:spPr>
          </c:marker>
          <c:dLbls>
            <c:delete val="1"/>
          </c:dLbls>
          <c:cat>
            <c:numRef>
              <c:f>'Chart Data'!$A$2:$A$11</c:f>
              <c:numCache>
                <c:formatCode>General</c:formatCode>
                <c:ptCount val="10"/>
                <c:pt idx="0">
                  <c:v>50</c:v>
                </c:pt>
                <c:pt idx="1">
                  <c:v>100</c:v>
                </c:pt>
                <c:pt idx="2">
                  <c:v>150</c:v>
                </c:pt>
                <c:pt idx="3">
                  <c:v>200</c:v>
                </c:pt>
                <c:pt idx="4">
                  <c:v>250</c:v>
                </c:pt>
                <c:pt idx="5">
                  <c:v>300</c:v>
                </c:pt>
                <c:pt idx="6">
                  <c:v>350</c:v>
                </c:pt>
                <c:pt idx="7">
                  <c:v>400</c:v>
                </c:pt>
                <c:pt idx="8">
                  <c:v>450</c:v>
                </c:pt>
                <c:pt idx="9">
                  <c:v>500</c:v>
                </c:pt>
              </c:numCache>
            </c:numRef>
          </c:cat>
          <c:val>
            <c:numRef>
              <c:f>'Chart Data'!$B$2:$B$11</c:f>
              <c:numCache>
                <c:formatCode>General</c:formatCode>
                <c:ptCount val="10"/>
                <c:pt idx="0">
                  <c:v>0.65</c:v>
                </c:pt>
                <c:pt idx="1">
                  <c:v>0.55</c:v>
                </c:pt>
                <c:pt idx="2">
                  <c:v>0.5</c:v>
                </c:pt>
                <c:pt idx="3">
                  <c:v>0.5</c:v>
                </c:pt>
                <c:pt idx="4">
                  <c:v>13.55</c:v>
                </c:pt>
                <c:pt idx="5">
                  <c:v>173.55</c:v>
                </c:pt>
                <c:pt idx="6">
                  <c:v>174</c:v>
                </c:pt>
                <c:pt idx="7">
                  <c:v>70.2</c:v>
                </c:pt>
                <c:pt idx="8">
                  <c:v>68.1</c:v>
                </c:pt>
                <c:pt idx="9">
                  <c:v>133.3</c:v>
                </c:pt>
              </c:numCache>
            </c:numRef>
          </c:val>
          <c:smooth val="0"/>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C9D6DF"/>
            </a:solidFill>
            <a:prstDash val="solid"/>
            <a:round/>
          </a:ln>
        </c:spPr>
        <c:txPr>
          <a:bodyPr rot="-60000000" spcFirstLastPara="0" vertOverflow="ellipsis" vert="horz" wrap="square" anchor="ctr" anchorCtr="1"/>
          <a:lstStyle/>
          <a:p>
            <a:pPr>
              <a:defRPr lang="zh-CN" sz="1275" b="0" i="0" u="none" strike="noStrike" kern="1200" baseline="0">
                <a:solidFill>
                  <a:srgbClr val="5D6975"/>
                </a:solidFill>
                <a:latin typeface="微软雅黑" panose="020B0503020204020204" charset="-122"/>
                <a:ea typeface="微软雅黑" panose="020B0503020204020204" charset="-122"/>
                <a:cs typeface="微软雅黑" panose="020B0503020204020204" charset="-122"/>
              </a:defRPr>
            </a:pPr>
          </a:p>
        </c:txPr>
        <c:crossAx val="48672768"/>
        <c:crosses val="autoZero"/>
        <c:auto val="1"/>
        <c:lblAlgn val="ctr"/>
        <c:lblOffset val="100"/>
        <c:noMultiLvlLbl val="0"/>
      </c:catAx>
      <c:valAx>
        <c:axId val="48672768"/>
        <c:scaling>
          <c:orientation val="minMax"/>
          <c:max val="200"/>
          <c:min val="0"/>
        </c:scaling>
        <c:delete val="0"/>
        <c:axPos val="l"/>
        <c:majorGridlines>
          <c:spPr>
            <a:ln w="9525">
              <a:solidFill>
                <a:srgbClr val="DFE6EB"/>
              </a:solidFill>
              <a:prstDash val="solid"/>
              <a:round/>
            </a:ln>
          </c:spPr>
        </c:majorGridlines>
        <c:numFmt formatCode="General" sourceLinked="1"/>
        <c:majorTickMark val="none"/>
        <c:minorTickMark val="none"/>
        <c:tickLblPos val="nextTo"/>
        <c:spPr>
          <a:ln w="9525">
            <a:solidFill>
              <a:srgbClr val="D4D4D4"/>
            </a:solidFill>
            <a:prstDash val="solid"/>
            <a:round/>
          </a:ln>
        </c:spPr>
        <c:txPr>
          <a:bodyPr rot="-60000000" spcFirstLastPara="0" vertOverflow="ellipsis" vert="horz" wrap="square" anchor="ctr" anchorCtr="1"/>
          <a:lstStyle/>
          <a:p>
            <a:pPr>
              <a:defRPr lang="zh-CN" sz="1350" b="0" i="0" u="none" strike="noStrike" kern="1200" baseline="0">
                <a:solidFill>
                  <a:srgbClr val="5D6975"/>
                </a:solidFill>
                <a:latin typeface="微软雅黑" panose="020B0503020204020204" charset="-122"/>
                <a:ea typeface="微软雅黑" panose="020B0503020204020204" charset="-122"/>
                <a:cs typeface="微软雅黑" panose="020B0503020204020204" charset="-122"/>
              </a:defRPr>
            </a:pPr>
          </a:p>
        </c:txPr>
        <c:crossAx val="48650112"/>
        <c:crosses val="autoZero"/>
        <c:crossBetween val="between"/>
        <c:majorUnit val="50"/>
      </c:valAx>
      <c:spPr>
        <a:solidFill>
          <a:srgbClr val="FFFFFF"/>
        </a:solidFill>
        <a:ln w="0">
          <a:noFill/>
        </a:ln>
      </c:spPr>
    </c:plotArea>
    <c:plotVisOnly val="1"/>
    <c:dispBlanksAs val="gap"/>
    <c:showDLblsOverMax val="0"/>
    <c:extLst>
      <c:ext uri="{0b15fc19-7d7d-44ad-8c2d-2c3a37ce22c3}">
        <chartProps xmlns="https://web.wps.cn/et/2018/main" chartId="{96921768-363a-4035-8852-de69a0d1d29d}"/>
      </c:ext>
    </c:extLst>
  </c:chart>
  <c:spPr>
    <a:solidFill>
      <a:srgbClr val="FFFFFF"/>
    </a:solidFill>
    <a:ln w="0">
      <a:noFill/>
    </a:ln>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'Chart Data'!$B$1</c:f>
              <c:strCache>
                <c:ptCount val="1"/>
                <c:pt idx="0">
                  <c:v>开发均分</c:v>
                </c:pt>
              </c:strCache>
            </c:strRef>
          </c:tx>
          <c:spPr>
            <a:ln w="28575" cap="rnd">
              <a:solidFill>
                <a:srgbClr val="287F77"/>
              </a:solidFill>
              <a:prstDash val="solid"/>
              <a:round/>
            </a:ln>
          </c:spPr>
          <c:marker>
            <c:symbol val="circle"/>
            <c:size val="7"/>
            <c:spPr>
              <a:solidFill>
                <a:srgbClr val="287F77"/>
              </a:solidFill>
              <a:ln w="9525">
                <a:solidFill>
                  <a:srgbClr val="287F77"/>
                </a:solidFill>
                <a:prstDash val="solid"/>
                <a:round/>
              </a:ln>
            </c:spPr>
          </c:marker>
          <c:dLbls>
            <c:delete val="1"/>
          </c:dLbls>
          <c:cat>
            <c:numRef>
              <c:f>'Chart Data'!$A$2:$A$10</c:f>
              <c:numCache>
                <c:formatCode>General</c:formatCode>
                <c:ptCount val="9"/>
                <c:pt idx="0">
                  <c:v>0</c:v>
                </c:pt>
                <c:pt idx="1">
                  <c:v>25</c:v>
                </c:pt>
                <c:pt idx="2">
                  <c:v>50</c:v>
                </c:pt>
                <c:pt idx="3">
                  <c:v>75</c:v>
                </c:pt>
                <c:pt idx="4">
                  <c:v>100</c:v>
                </c:pt>
                <c:pt idx="5">
                  <c:v>125</c:v>
                </c:pt>
                <c:pt idx="6">
                  <c:v>150</c:v>
                </c:pt>
                <c:pt idx="7">
                  <c:v>175</c:v>
                </c:pt>
                <c:pt idx="8">
                  <c:v>200</c:v>
                </c:pt>
              </c:numCache>
            </c:numRef>
          </c:cat>
          <c:val>
            <c:numRef>
              <c:f>'Chart Data'!$B$2:$B$10</c:f>
              <c:numCache>
                <c:formatCode>General</c:formatCode>
                <c:ptCount val="9"/>
                <c:pt idx="0">
                  <c:v>197.9</c:v>
                </c:pt>
                <c:pt idx="1">
                  <c:v>283.48</c:v>
                </c:pt>
                <c:pt idx="2">
                  <c:v>222.98</c:v>
                </c:pt>
                <c:pt idx="3">
                  <c:v>170.82</c:v>
                </c:pt>
                <c:pt idx="4">
                  <c:v>104.06</c:v>
                </c:pt>
                <c:pt idx="5">
                  <c:v>189.38</c:v>
                </c:pt>
                <c:pt idx="6">
                  <c:v>117.84</c:v>
                </c:pt>
                <c:pt idx="7">
                  <c:v>115.34</c:v>
                </c:pt>
                <c:pt idx="8">
                  <c:v>113.12</c:v>
                </c:pt>
              </c:numCache>
            </c:numRef>
          </c:val>
          <c:smooth val="0"/>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C9D6DF"/>
            </a:solidFill>
            <a:prstDash val="solid"/>
            <a:round/>
          </a:ln>
        </c:spPr>
        <c:txPr>
          <a:bodyPr rot="-60000000" spcFirstLastPara="0" vertOverflow="ellipsis" vert="horz" wrap="square" anchor="ctr" anchorCtr="1"/>
          <a:lstStyle/>
          <a:p>
            <a:pPr>
              <a:defRPr lang="zh-CN" sz="1275" b="0" i="0" u="none" strike="noStrike" kern="1200" baseline="0">
                <a:solidFill>
                  <a:srgbClr val="5D6975"/>
                </a:solidFill>
                <a:latin typeface="微软雅黑" panose="020B0503020204020204" charset="-122"/>
                <a:ea typeface="微软雅黑" panose="020B0503020204020204" charset="-122"/>
                <a:cs typeface="微软雅黑" panose="020B0503020204020204" charset="-122"/>
              </a:defRPr>
            </a:pPr>
          </a:p>
        </c:txPr>
        <c:crossAx val="48672768"/>
        <c:crosses val="autoZero"/>
        <c:auto val="1"/>
        <c:lblAlgn val="ctr"/>
        <c:lblOffset val="100"/>
        <c:noMultiLvlLbl val="0"/>
      </c:catAx>
      <c:valAx>
        <c:axId val="48672768"/>
        <c:scaling>
          <c:orientation val="minMax"/>
          <c:max val="320"/>
          <c:min val="0"/>
        </c:scaling>
        <c:delete val="0"/>
        <c:axPos val="l"/>
        <c:majorGridlines>
          <c:spPr>
            <a:ln w="9525">
              <a:solidFill>
                <a:srgbClr val="DFE6EB"/>
              </a:solidFill>
              <a:prstDash val="solid"/>
              <a:round/>
            </a:ln>
          </c:spPr>
        </c:majorGridlines>
        <c:numFmt formatCode="General" sourceLinked="1"/>
        <c:majorTickMark val="none"/>
        <c:minorTickMark val="none"/>
        <c:tickLblPos val="nextTo"/>
        <c:spPr>
          <a:ln w="9525">
            <a:solidFill>
              <a:srgbClr val="D4D4D4"/>
            </a:solidFill>
            <a:prstDash val="solid"/>
            <a:round/>
          </a:ln>
        </c:spPr>
        <c:txPr>
          <a:bodyPr rot="-60000000" spcFirstLastPara="0" vertOverflow="ellipsis" vert="horz" wrap="square" anchor="ctr" anchorCtr="1"/>
          <a:lstStyle/>
          <a:p>
            <a:pPr>
              <a:defRPr lang="zh-CN" sz="1350" b="0" i="0" u="none" strike="noStrike" kern="1200" baseline="0">
                <a:solidFill>
                  <a:srgbClr val="5D6975"/>
                </a:solidFill>
                <a:latin typeface="微软雅黑" panose="020B0503020204020204" charset="-122"/>
                <a:ea typeface="微软雅黑" panose="020B0503020204020204" charset="-122"/>
                <a:cs typeface="微软雅黑" panose="020B0503020204020204" charset="-122"/>
              </a:defRPr>
            </a:pPr>
          </a:p>
        </c:txPr>
        <c:crossAx val="48650112"/>
        <c:crosses val="autoZero"/>
        <c:crossBetween val="between"/>
        <c:majorUnit val="80"/>
      </c:valAx>
      <c:spPr>
        <a:solidFill>
          <a:srgbClr val="FFFFFF"/>
        </a:solidFill>
        <a:ln w="0">
          <a:noFill/>
        </a:ln>
      </c:spPr>
    </c:plotArea>
    <c:plotVisOnly val="1"/>
    <c:dispBlanksAs val="gap"/>
    <c:showDLblsOverMax val="0"/>
    <c:extLst>
      <c:ext uri="{0b15fc19-7d7d-44ad-8c2d-2c3a37ce22c3}">
        <chartProps xmlns="https://web.wps.cn/et/2018/main" chartId="{ca17fc93-cd66-43b2-a2ac-f176591f8f28}"/>
      </c:ext>
    </c:extLst>
  </c:chart>
  <c:spPr>
    <a:solidFill>
      <a:srgbClr val="FFFFFF"/>
    </a:solidFill>
    <a:ln w="0">
      <a:noFill/>
    </a:ln>
  </c:spPr>
  <c:txPr>
    <a:bodyPr/>
    <a:lstStyle/>
    <a:p>
      <a:pPr>
        <a:defRPr lang="zh-CN"/>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'Chart Data'!$B$1</c:f>
              <c:strCache>
                <c:ptCount val="1"/>
                <c:pt idx="0">
                  <c:v>ε</c:v>
                </c:pt>
              </c:strCache>
            </c:strRef>
          </c:tx>
          <c:spPr>
            <a:ln w="28575" cap="rnd">
              <a:solidFill>
                <a:srgbClr val="065980"/>
              </a:solidFill>
              <a:prstDash val="solid"/>
              <a:round/>
            </a:ln>
          </c:spPr>
          <c:marker>
            <c:symbol val="none"/>
          </c:marker>
          <c:dLbls>
            <c:delete val="1"/>
          </c:dLbls>
          <c:cat>
            <c:numRef>
              <c:f>'Chart Data'!$A$2:$A$7</c:f>
              <c:numCache>
                <c:formatCode>General</c:formatCode>
                <c:ptCount val="6"/>
                <c:pt idx="0">
                  <c:v>0</c:v>
                </c:pt>
                <c:pt idx="1">
                  <c:v>100</c:v>
                </c:pt>
                <c:pt idx="2">
                  <c:v>200</c:v>
                </c:pt>
                <c:pt idx="3">
                  <c:v>300</c:v>
                </c:pt>
                <c:pt idx="4">
                  <c:v>400</c:v>
                </c:pt>
                <c:pt idx="5">
                  <c:v>500</c:v>
                </c:pt>
              </c:numCache>
            </c:numRef>
          </c:cat>
          <c:val>
            <c:numRef>
              <c:f>'Chart Data'!$B$2:$B$7</c:f>
              <c:numCache>
                <c:formatCode>0.00</c:formatCode>
                <c:ptCount val="6"/>
                <c:pt idx="0">
                  <c:v>1</c:v>
                </c:pt>
                <c:pt idx="1">
                  <c:v>0.6833333</c:v>
                </c:pt>
                <c:pt idx="2">
                  <c:v>0.3666667</c:v>
                </c:pt>
                <c:pt idx="3">
                  <c:v>0.05</c:v>
                </c:pt>
                <c:pt idx="4">
                  <c:v>0.05</c:v>
                </c:pt>
                <c:pt idx="5">
                  <c:v>0.05</c:v>
                </c:pt>
              </c:numCache>
            </c:numRef>
          </c:val>
          <c:smooth val="0"/>
        </c:ser>
        <c:dLbls>
          <c:showLegendKey val="0"/>
          <c:showVal val="0"/>
          <c:showCatName val="0"/>
          <c:showSerName val="0"/>
          <c:showPercent val="0"/>
          <c:showBubbleSize val="0"/>
        </c:dLbls>
        <c:marker val="0"/>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C9D6DF"/>
            </a:solidFill>
            <a:prstDash val="solid"/>
            <a:round/>
          </a:ln>
        </c:spPr>
        <c:txPr>
          <a:bodyPr rot="-60000000" spcFirstLastPara="0" vertOverflow="ellipsis" vert="horz" wrap="square" anchor="ctr" anchorCtr="1"/>
          <a:lstStyle/>
          <a:p>
            <a:pPr>
              <a:defRPr lang="zh-CN" sz="1275" b="0" i="0" u="none" strike="noStrike" kern="1200" baseline="0">
                <a:solidFill>
                  <a:srgbClr val="5D6975"/>
                </a:solidFill>
                <a:latin typeface="微软雅黑" panose="020B0503020204020204" charset="-122"/>
                <a:ea typeface="微软雅黑" panose="020B0503020204020204" charset="-122"/>
                <a:cs typeface="微软雅黑" panose="020B0503020204020204" charset="-122"/>
              </a:defRPr>
            </a:pPr>
          </a:p>
        </c:txPr>
        <c:crossAx val="48672768"/>
        <c:crosses val="autoZero"/>
        <c:auto val="1"/>
        <c:lblAlgn val="ctr"/>
        <c:lblOffset val="100"/>
        <c:noMultiLvlLbl val="0"/>
      </c:catAx>
      <c:valAx>
        <c:axId val="48672768"/>
        <c:scaling>
          <c:orientation val="minMax"/>
          <c:max val="1"/>
          <c:min val="0"/>
        </c:scaling>
        <c:delete val="0"/>
        <c:axPos val="l"/>
        <c:majorGridlines>
          <c:spPr>
            <a:ln w="9525">
              <a:solidFill>
                <a:srgbClr val="DFE6EB"/>
              </a:solidFill>
              <a:prstDash val="solid"/>
              <a:round/>
            </a:ln>
          </c:spPr>
        </c:majorGridlines>
        <c:numFmt formatCode="0.00" sourceLinked="1"/>
        <c:majorTickMark val="none"/>
        <c:minorTickMark val="none"/>
        <c:tickLblPos val="nextTo"/>
        <c:spPr>
          <a:ln w="9525">
            <a:solidFill>
              <a:srgbClr val="D4D4D4"/>
            </a:solidFill>
            <a:prstDash val="solid"/>
            <a:round/>
          </a:ln>
        </c:spPr>
        <c:txPr>
          <a:bodyPr rot="-60000000" spcFirstLastPara="0" vertOverflow="ellipsis" vert="horz" wrap="square" anchor="ctr" anchorCtr="1"/>
          <a:lstStyle/>
          <a:p>
            <a:pPr>
              <a:defRPr lang="zh-CN" sz="1275" b="0" i="0" u="none" strike="noStrike" kern="1200" baseline="0">
                <a:solidFill>
                  <a:srgbClr val="666666"/>
                </a:solidFill>
                <a:latin typeface="微软雅黑" panose="020B0503020204020204" charset="-122"/>
                <a:ea typeface="微软雅黑" panose="020B0503020204020204" charset="-122"/>
                <a:cs typeface="微软雅黑" panose="020B0503020204020204" charset="-122"/>
              </a:defRPr>
            </a:pPr>
          </a:p>
        </c:txPr>
        <c:crossAx val="48650112"/>
        <c:crosses val="autoZero"/>
        <c:crossBetween val="between"/>
        <c:majorUnit val="0.25"/>
      </c:valAx>
      <c:spPr>
        <a:solidFill>
          <a:srgbClr val="FFFFFF"/>
        </a:solidFill>
        <a:ln w="0">
          <a:noFill/>
        </a:ln>
      </c:spPr>
    </c:plotArea>
    <c:plotVisOnly val="1"/>
    <c:dispBlanksAs val="gap"/>
    <c:showDLblsOverMax val="0"/>
    <c:extLst>
      <c:ext uri="{0b15fc19-7d7d-44ad-8c2d-2c3a37ce22c3}">
        <chartProps xmlns="https://web.wps.cn/et/2018/main" chartId="{2a7f4006-5c53-4b39-bb0a-0a0283645698}"/>
      </c:ext>
    </c:extLst>
  </c:chart>
  <c:spPr>
    <a:solidFill>
      <a:srgbClr val="FFFFFF"/>
    </a:solidFill>
    <a:ln w="0">
      <a:noFill/>
    </a:ln>
  </c:spPr>
  <c:txPr>
    <a:bodyPr/>
    <a:lstStyle/>
    <a:p>
      <a:pPr>
        <a:defRPr lang="zh-CN"/>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
        <c:varyColors val="0"/>
        <c:ser>
          <c:idx val="0"/>
          <c:order val="0"/>
          <c:tx>
            <c:strRef>
              <c:f>'Chart Data'!$B$1</c:f>
              <c:strCache>
                <c:ptCount val="1"/>
                <c:pt idx="0">
                  <c:v>20 个日志点滚动中位数</c:v>
                </c:pt>
              </c:strCache>
            </c:strRef>
          </c:tx>
          <c:spPr>
            <a:ln w="19050" cap="rnd">
              <a:solidFill>
                <a:srgbClr val="287F77"/>
              </a:solidFill>
              <a:prstDash val="solid"/>
              <a:round/>
            </a:ln>
          </c:spPr>
          <c:marker>
            <c:symbol val="none"/>
          </c:marker>
          <c:dLbls>
            <c:delete val="1"/>
          </c:dLbls>
          <c:xVal>
            <c:numRef>
              <c:f>'Chart Data'!$A$2:$A$742</c:f>
              <c:numCache>
                <c:formatCode>General</c:formatCode>
                <c:ptCount val="741"/>
                <c:pt idx="0">
                  <c:v>20.751</c:v>
                </c:pt>
                <c:pt idx="1">
                  <c:v>21</c:v>
                </c:pt>
                <c:pt idx="2">
                  <c:v>21.798</c:v>
                </c:pt>
                <c:pt idx="3">
                  <c:v>22</c:v>
                </c:pt>
                <c:pt idx="4">
                  <c:v>22.518</c:v>
                </c:pt>
                <c:pt idx="5">
                  <c:v>23</c:v>
                </c:pt>
                <c:pt idx="6">
                  <c:v>23.492</c:v>
                </c:pt>
                <c:pt idx="7">
                  <c:v>24</c:v>
                </c:pt>
                <c:pt idx="8">
                  <c:v>24.406</c:v>
                </c:pt>
                <c:pt idx="9">
                  <c:v>25</c:v>
                </c:pt>
                <c:pt idx="10">
                  <c:v>25.366</c:v>
                </c:pt>
                <c:pt idx="11">
                  <c:v>26</c:v>
                </c:pt>
                <c:pt idx="12">
                  <c:v>26.306</c:v>
                </c:pt>
                <c:pt idx="13">
                  <c:v>27</c:v>
                </c:pt>
                <c:pt idx="14">
                  <c:v>27.169</c:v>
                </c:pt>
                <c:pt idx="15">
                  <c:v>28</c:v>
                </c:pt>
                <c:pt idx="16">
                  <c:v>28.163</c:v>
                </c:pt>
                <c:pt idx="17">
                  <c:v>29</c:v>
                </c:pt>
                <c:pt idx="18">
                  <c:v>29.147</c:v>
                </c:pt>
                <c:pt idx="19">
                  <c:v>30</c:v>
                </c:pt>
                <c:pt idx="20">
                  <c:v>30.321</c:v>
                </c:pt>
                <c:pt idx="21">
                  <c:v>31</c:v>
                </c:pt>
                <c:pt idx="22">
                  <c:v>31.2</c:v>
                </c:pt>
                <c:pt idx="23">
                  <c:v>31.975</c:v>
                </c:pt>
                <c:pt idx="24">
                  <c:v>32</c:v>
                </c:pt>
                <c:pt idx="25">
                  <c:v>32.972</c:v>
                </c:pt>
                <c:pt idx="26">
                  <c:v>33</c:v>
                </c:pt>
                <c:pt idx="27">
                  <c:v>33.841</c:v>
                </c:pt>
                <c:pt idx="28">
                  <c:v>34</c:v>
                </c:pt>
                <c:pt idx="29">
                  <c:v>34.617</c:v>
                </c:pt>
                <c:pt idx="30">
                  <c:v>35</c:v>
                </c:pt>
                <c:pt idx="31">
                  <c:v>35.554</c:v>
                </c:pt>
                <c:pt idx="32">
                  <c:v>36</c:v>
                </c:pt>
                <c:pt idx="33">
                  <c:v>36.412</c:v>
                </c:pt>
                <c:pt idx="34">
                  <c:v>37</c:v>
                </c:pt>
                <c:pt idx="35">
                  <c:v>37.568</c:v>
                </c:pt>
                <c:pt idx="36">
                  <c:v>38</c:v>
                </c:pt>
                <c:pt idx="37">
                  <c:v>38.42</c:v>
                </c:pt>
                <c:pt idx="38">
                  <c:v>39</c:v>
                </c:pt>
                <c:pt idx="39">
                  <c:v>39.43</c:v>
                </c:pt>
                <c:pt idx="40">
                  <c:v>40</c:v>
                </c:pt>
                <c:pt idx="41">
                  <c:v>40.306</c:v>
                </c:pt>
                <c:pt idx="42">
                  <c:v>41</c:v>
                </c:pt>
                <c:pt idx="43">
                  <c:v>41.134</c:v>
                </c:pt>
                <c:pt idx="44">
                  <c:v>42</c:v>
                </c:pt>
                <c:pt idx="45">
                  <c:v>42.127</c:v>
                </c:pt>
                <c:pt idx="46">
                  <c:v>43</c:v>
                </c:pt>
                <c:pt idx="47">
                  <c:v>43.183</c:v>
                </c:pt>
                <c:pt idx="48">
                  <c:v>44</c:v>
                </c:pt>
                <c:pt idx="49">
                  <c:v>44.091</c:v>
                </c:pt>
                <c:pt idx="50">
                  <c:v>44.872</c:v>
                </c:pt>
                <c:pt idx="51">
                  <c:v>45</c:v>
                </c:pt>
                <c:pt idx="52">
                  <c:v>45.682</c:v>
                </c:pt>
                <c:pt idx="53">
                  <c:v>46</c:v>
                </c:pt>
                <c:pt idx="54">
                  <c:v>46.516</c:v>
                </c:pt>
                <c:pt idx="55">
                  <c:v>47</c:v>
                </c:pt>
                <c:pt idx="56">
                  <c:v>47.424</c:v>
                </c:pt>
                <c:pt idx="57">
                  <c:v>48</c:v>
                </c:pt>
                <c:pt idx="58">
                  <c:v>48.489</c:v>
                </c:pt>
                <c:pt idx="59">
                  <c:v>49</c:v>
                </c:pt>
                <c:pt idx="60">
                  <c:v>49.512</c:v>
                </c:pt>
                <c:pt idx="61">
                  <c:v>50</c:v>
                </c:pt>
                <c:pt idx="62">
                  <c:v>50.64</c:v>
                </c:pt>
                <c:pt idx="63">
                  <c:v>51</c:v>
                </c:pt>
                <c:pt idx="64">
                  <c:v>51.469</c:v>
                </c:pt>
                <c:pt idx="65">
                  <c:v>52</c:v>
                </c:pt>
                <c:pt idx="66">
                  <c:v>52.464</c:v>
                </c:pt>
                <c:pt idx="67">
                  <c:v>53</c:v>
                </c:pt>
                <c:pt idx="68">
                  <c:v>53.403</c:v>
                </c:pt>
                <c:pt idx="69">
                  <c:v>54</c:v>
                </c:pt>
                <c:pt idx="70">
                  <c:v>54.149</c:v>
                </c:pt>
                <c:pt idx="71">
                  <c:v>54.948</c:v>
                </c:pt>
                <c:pt idx="72">
                  <c:v>55</c:v>
                </c:pt>
                <c:pt idx="73">
                  <c:v>56</c:v>
                </c:pt>
                <c:pt idx="74">
                  <c:v>56.097</c:v>
                </c:pt>
                <c:pt idx="75">
                  <c:v>57</c:v>
                </c:pt>
                <c:pt idx="76">
                  <c:v>57.039</c:v>
                </c:pt>
                <c:pt idx="77">
                  <c:v>57.999</c:v>
                </c:pt>
                <c:pt idx="78">
                  <c:v>58.907</c:v>
                </c:pt>
                <c:pt idx="79">
                  <c:v>59</c:v>
                </c:pt>
                <c:pt idx="80">
                  <c:v>59.737</c:v>
                </c:pt>
                <c:pt idx="81">
                  <c:v>60</c:v>
                </c:pt>
                <c:pt idx="82">
                  <c:v>60.648</c:v>
                </c:pt>
                <c:pt idx="83">
                  <c:v>61</c:v>
                </c:pt>
                <c:pt idx="84">
                  <c:v>61.698</c:v>
                </c:pt>
                <c:pt idx="85">
                  <c:v>62</c:v>
                </c:pt>
                <c:pt idx="86">
                  <c:v>62.554</c:v>
                </c:pt>
                <c:pt idx="87">
                  <c:v>63</c:v>
                </c:pt>
                <c:pt idx="88">
                  <c:v>63.517</c:v>
                </c:pt>
                <c:pt idx="89">
                  <c:v>64</c:v>
                </c:pt>
                <c:pt idx="90">
                  <c:v>64.294</c:v>
                </c:pt>
                <c:pt idx="91">
                  <c:v>65</c:v>
                </c:pt>
                <c:pt idx="92">
                  <c:v>65.022</c:v>
                </c:pt>
                <c:pt idx="93">
                  <c:v>65.797</c:v>
                </c:pt>
                <c:pt idx="94">
                  <c:v>66</c:v>
                </c:pt>
                <c:pt idx="95">
                  <c:v>66.866</c:v>
                </c:pt>
                <c:pt idx="96">
                  <c:v>67</c:v>
                </c:pt>
                <c:pt idx="97">
                  <c:v>67.722</c:v>
                </c:pt>
                <c:pt idx="98">
                  <c:v>68</c:v>
                </c:pt>
                <c:pt idx="99">
                  <c:v>68.579</c:v>
                </c:pt>
                <c:pt idx="100">
                  <c:v>69</c:v>
                </c:pt>
                <c:pt idx="101">
                  <c:v>69.545</c:v>
                </c:pt>
                <c:pt idx="102">
                  <c:v>70</c:v>
                </c:pt>
                <c:pt idx="103">
                  <c:v>70.68</c:v>
                </c:pt>
                <c:pt idx="104">
                  <c:v>71</c:v>
                </c:pt>
                <c:pt idx="105">
                  <c:v>71.671</c:v>
                </c:pt>
                <c:pt idx="106">
                  <c:v>72</c:v>
                </c:pt>
                <c:pt idx="107">
                  <c:v>72.555</c:v>
                </c:pt>
                <c:pt idx="108">
                  <c:v>73</c:v>
                </c:pt>
                <c:pt idx="109">
                  <c:v>73.653</c:v>
                </c:pt>
                <c:pt idx="110">
                  <c:v>74</c:v>
                </c:pt>
                <c:pt idx="111">
                  <c:v>74.57</c:v>
                </c:pt>
                <c:pt idx="112">
                  <c:v>75</c:v>
                </c:pt>
                <c:pt idx="113">
                  <c:v>75.583</c:v>
                </c:pt>
                <c:pt idx="114">
                  <c:v>76</c:v>
                </c:pt>
                <c:pt idx="115">
                  <c:v>76.437</c:v>
                </c:pt>
                <c:pt idx="116">
                  <c:v>77</c:v>
                </c:pt>
                <c:pt idx="117">
                  <c:v>77.408</c:v>
                </c:pt>
                <c:pt idx="118">
                  <c:v>78</c:v>
                </c:pt>
                <c:pt idx="119">
                  <c:v>78.319</c:v>
                </c:pt>
                <c:pt idx="120">
                  <c:v>79</c:v>
                </c:pt>
                <c:pt idx="121">
                  <c:v>79.199</c:v>
                </c:pt>
                <c:pt idx="122">
                  <c:v>80</c:v>
                </c:pt>
                <c:pt idx="123">
                  <c:v>80.139</c:v>
                </c:pt>
                <c:pt idx="124">
                  <c:v>81</c:v>
                </c:pt>
                <c:pt idx="125">
                  <c:v>81.123</c:v>
                </c:pt>
                <c:pt idx="126">
                  <c:v>82</c:v>
                </c:pt>
                <c:pt idx="127">
                  <c:v>82.012</c:v>
                </c:pt>
                <c:pt idx="128">
                  <c:v>82.76</c:v>
                </c:pt>
                <c:pt idx="129">
                  <c:v>83</c:v>
                </c:pt>
                <c:pt idx="130">
                  <c:v>83.857</c:v>
                </c:pt>
                <c:pt idx="131">
                  <c:v>84</c:v>
                </c:pt>
                <c:pt idx="132">
                  <c:v>84.842</c:v>
                </c:pt>
                <c:pt idx="133">
                  <c:v>85</c:v>
                </c:pt>
                <c:pt idx="134">
                  <c:v>85.755</c:v>
                </c:pt>
                <c:pt idx="135">
                  <c:v>86</c:v>
                </c:pt>
                <c:pt idx="136">
                  <c:v>86.718</c:v>
                </c:pt>
                <c:pt idx="137">
                  <c:v>87</c:v>
                </c:pt>
                <c:pt idx="138">
                  <c:v>87.82</c:v>
                </c:pt>
                <c:pt idx="139">
                  <c:v>88</c:v>
                </c:pt>
                <c:pt idx="140">
                  <c:v>88.624</c:v>
                </c:pt>
                <c:pt idx="141">
                  <c:v>89</c:v>
                </c:pt>
                <c:pt idx="142">
                  <c:v>89.404</c:v>
                </c:pt>
                <c:pt idx="143">
                  <c:v>90</c:v>
                </c:pt>
                <c:pt idx="144">
                  <c:v>90.392</c:v>
                </c:pt>
                <c:pt idx="145">
                  <c:v>91</c:v>
                </c:pt>
                <c:pt idx="146">
                  <c:v>91.49</c:v>
                </c:pt>
                <c:pt idx="147">
                  <c:v>92</c:v>
                </c:pt>
                <c:pt idx="148">
                  <c:v>92.595</c:v>
                </c:pt>
                <c:pt idx="149">
                  <c:v>93</c:v>
                </c:pt>
                <c:pt idx="150">
                  <c:v>93.508</c:v>
                </c:pt>
                <c:pt idx="151">
                  <c:v>94</c:v>
                </c:pt>
                <c:pt idx="152">
                  <c:v>94.548</c:v>
                </c:pt>
                <c:pt idx="153">
                  <c:v>95</c:v>
                </c:pt>
                <c:pt idx="154">
                  <c:v>95.541</c:v>
                </c:pt>
                <c:pt idx="155">
                  <c:v>96</c:v>
                </c:pt>
                <c:pt idx="156">
                  <c:v>96.343</c:v>
                </c:pt>
                <c:pt idx="157">
                  <c:v>97</c:v>
                </c:pt>
                <c:pt idx="158">
                  <c:v>97.177</c:v>
                </c:pt>
                <c:pt idx="159">
                  <c:v>98</c:v>
                </c:pt>
                <c:pt idx="160">
                  <c:v>98.111</c:v>
                </c:pt>
                <c:pt idx="161">
                  <c:v>98.936</c:v>
                </c:pt>
                <c:pt idx="162">
                  <c:v>99</c:v>
                </c:pt>
                <c:pt idx="163">
                  <c:v>99.827</c:v>
                </c:pt>
                <c:pt idx="164">
                  <c:v>100</c:v>
                </c:pt>
                <c:pt idx="165">
                  <c:v>100.634</c:v>
                </c:pt>
                <c:pt idx="166">
                  <c:v>101</c:v>
                </c:pt>
                <c:pt idx="167">
                  <c:v>101.631</c:v>
                </c:pt>
                <c:pt idx="168">
                  <c:v>102</c:v>
                </c:pt>
                <c:pt idx="169">
                  <c:v>102.604</c:v>
                </c:pt>
                <c:pt idx="170">
                  <c:v>103</c:v>
                </c:pt>
                <c:pt idx="171">
                  <c:v>103.488</c:v>
                </c:pt>
                <c:pt idx="172">
                  <c:v>104</c:v>
                </c:pt>
                <c:pt idx="173">
                  <c:v>104.319</c:v>
                </c:pt>
                <c:pt idx="174">
                  <c:v>105</c:v>
                </c:pt>
                <c:pt idx="175">
                  <c:v>105.179</c:v>
                </c:pt>
                <c:pt idx="176">
                  <c:v>106</c:v>
                </c:pt>
                <c:pt idx="177">
                  <c:v>106.09</c:v>
                </c:pt>
                <c:pt idx="178">
                  <c:v>106.896</c:v>
                </c:pt>
                <c:pt idx="179">
                  <c:v>107</c:v>
                </c:pt>
                <c:pt idx="180">
                  <c:v>107.75</c:v>
                </c:pt>
                <c:pt idx="181">
                  <c:v>108</c:v>
                </c:pt>
                <c:pt idx="182">
                  <c:v>108.688</c:v>
                </c:pt>
                <c:pt idx="183">
                  <c:v>109</c:v>
                </c:pt>
                <c:pt idx="184">
                  <c:v>109.543</c:v>
                </c:pt>
                <c:pt idx="185">
                  <c:v>110</c:v>
                </c:pt>
                <c:pt idx="186">
                  <c:v>110.508</c:v>
                </c:pt>
                <c:pt idx="187">
                  <c:v>111</c:v>
                </c:pt>
                <c:pt idx="188">
                  <c:v>111.206</c:v>
                </c:pt>
                <c:pt idx="189">
                  <c:v>111.95</c:v>
                </c:pt>
                <c:pt idx="190">
                  <c:v>112</c:v>
                </c:pt>
                <c:pt idx="191">
                  <c:v>112.941</c:v>
                </c:pt>
                <c:pt idx="192">
                  <c:v>113</c:v>
                </c:pt>
                <c:pt idx="193">
                  <c:v>113.747</c:v>
                </c:pt>
                <c:pt idx="194">
                  <c:v>114</c:v>
                </c:pt>
                <c:pt idx="195">
                  <c:v>114.745</c:v>
                </c:pt>
                <c:pt idx="196">
                  <c:v>115</c:v>
                </c:pt>
                <c:pt idx="197">
                  <c:v>115.656</c:v>
                </c:pt>
                <c:pt idx="198">
                  <c:v>116</c:v>
                </c:pt>
                <c:pt idx="199">
                  <c:v>116.677</c:v>
                </c:pt>
                <c:pt idx="200">
                  <c:v>117</c:v>
                </c:pt>
                <c:pt idx="201">
                  <c:v>117.505</c:v>
                </c:pt>
                <c:pt idx="202">
                  <c:v>118</c:v>
                </c:pt>
                <c:pt idx="203">
                  <c:v>118.256</c:v>
                </c:pt>
                <c:pt idx="204">
                  <c:v>119</c:v>
                </c:pt>
                <c:pt idx="205">
                  <c:v>119.174</c:v>
                </c:pt>
                <c:pt idx="206">
                  <c:v>120</c:v>
                </c:pt>
                <c:pt idx="207">
                  <c:v>120.152</c:v>
                </c:pt>
                <c:pt idx="208">
                  <c:v>121</c:v>
                </c:pt>
                <c:pt idx="209">
                  <c:v>121.055</c:v>
                </c:pt>
                <c:pt idx="210">
                  <c:v>121.986</c:v>
                </c:pt>
                <c:pt idx="211">
                  <c:v>122</c:v>
                </c:pt>
                <c:pt idx="212">
                  <c:v>122.865</c:v>
                </c:pt>
                <c:pt idx="213">
                  <c:v>123</c:v>
                </c:pt>
                <c:pt idx="214">
                  <c:v>123.751</c:v>
                </c:pt>
                <c:pt idx="215">
                  <c:v>124</c:v>
                </c:pt>
                <c:pt idx="216">
                  <c:v>124.478</c:v>
                </c:pt>
                <c:pt idx="217">
                  <c:v>125</c:v>
                </c:pt>
                <c:pt idx="218">
                  <c:v>125.576</c:v>
                </c:pt>
                <c:pt idx="219">
                  <c:v>126</c:v>
                </c:pt>
                <c:pt idx="220">
                  <c:v>126.616</c:v>
                </c:pt>
                <c:pt idx="221">
                  <c:v>127</c:v>
                </c:pt>
                <c:pt idx="222">
                  <c:v>127.552</c:v>
                </c:pt>
                <c:pt idx="223">
                  <c:v>128</c:v>
                </c:pt>
                <c:pt idx="224">
                  <c:v>128.385</c:v>
                </c:pt>
                <c:pt idx="225">
                  <c:v>129</c:v>
                </c:pt>
                <c:pt idx="226">
                  <c:v>129.273</c:v>
                </c:pt>
                <c:pt idx="227">
                  <c:v>130</c:v>
                </c:pt>
                <c:pt idx="228">
                  <c:v>130.161</c:v>
                </c:pt>
                <c:pt idx="229">
                  <c:v>131</c:v>
                </c:pt>
                <c:pt idx="230">
                  <c:v>131.045</c:v>
                </c:pt>
                <c:pt idx="231">
                  <c:v>132</c:v>
                </c:pt>
                <c:pt idx="232">
                  <c:v>132.011</c:v>
                </c:pt>
                <c:pt idx="233">
                  <c:v>133</c:v>
                </c:pt>
                <c:pt idx="234">
                  <c:v>133.161</c:v>
                </c:pt>
                <c:pt idx="235">
                  <c:v>134</c:v>
                </c:pt>
                <c:pt idx="236">
                  <c:v>134.178</c:v>
                </c:pt>
                <c:pt idx="237">
                  <c:v>134.957</c:v>
                </c:pt>
                <c:pt idx="238">
                  <c:v>135</c:v>
                </c:pt>
                <c:pt idx="239">
                  <c:v>135.917</c:v>
                </c:pt>
                <c:pt idx="240">
                  <c:v>136</c:v>
                </c:pt>
                <c:pt idx="241">
                  <c:v>136.85</c:v>
                </c:pt>
                <c:pt idx="242">
                  <c:v>137</c:v>
                </c:pt>
                <c:pt idx="243">
                  <c:v>137.734</c:v>
                </c:pt>
                <c:pt idx="244">
                  <c:v>138</c:v>
                </c:pt>
                <c:pt idx="245">
                  <c:v>138.537</c:v>
                </c:pt>
                <c:pt idx="246">
                  <c:v>139</c:v>
                </c:pt>
                <c:pt idx="247">
                  <c:v>139.504</c:v>
                </c:pt>
                <c:pt idx="248">
                  <c:v>140</c:v>
                </c:pt>
                <c:pt idx="249">
                  <c:v>140.387</c:v>
                </c:pt>
                <c:pt idx="250">
                  <c:v>141</c:v>
                </c:pt>
                <c:pt idx="251">
                  <c:v>141.274</c:v>
                </c:pt>
                <c:pt idx="252">
                  <c:v>142</c:v>
                </c:pt>
                <c:pt idx="253">
                  <c:v>142.048</c:v>
                </c:pt>
                <c:pt idx="254">
                  <c:v>142.929</c:v>
                </c:pt>
                <c:pt idx="255">
                  <c:v>143</c:v>
                </c:pt>
                <c:pt idx="256">
                  <c:v>143.865</c:v>
                </c:pt>
                <c:pt idx="257">
                  <c:v>144</c:v>
                </c:pt>
                <c:pt idx="258">
                  <c:v>144.668</c:v>
                </c:pt>
                <c:pt idx="259">
                  <c:v>145</c:v>
                </c:pt>
                <c:pt idx="260">
                  <c:v>145.634</c:v>
                </c:pt>
                <c:pt idx="261">
                  <c:v>146</c:v>
                </c:pt>
                <c:pt idx="262">
                  <c:v>146.519</c:v>
                </c:pt>
                <c:pt idx="263">
                  <c:v>147</c:v>
                </c:pt>
                <c:pt idx="264">
                  <c:v>147.427</c:v>
                </c:pt>
                <c:pt idx="265">
                  <c:v>148</c:v>
                </c:pt>
                <c:pt idx="266">
                  <c:v>148.151</c:v>
                </c:pt>
                <c:pt idx="267">
                  <c:v>148.902</c:v>
                </c:pt>
                <c:pt idx="268">
                  <c:v>149</c:v>
                </c:pt>
                <c:pt idx="269">
                  <c:v>149.791</c:v>
                </c:pt>
                <c:pt idx="270">
                  <c:v>150</c:v>
                </c:pt>
                <c:pt idx="271">
                  <c:v>150.671</c:v>
                </c:pt>
                <c:pt idx="272">
                  <c:v>151</c:v>
                </c:pt>
                <c:pt idx="273">
                  <c:v>151.393</c:v>
                </c:pt>
                <c:pt idx="274">
                  <c:v>152</c:v>
                </c:pt>
                <c:pt idx="275">
                  <c:v>152.252</c:v>
                </c:pt>
                <c:pt idx="276">
                  <c:v>153</c:v>
                </c:pt>
                <c:pt idx="277">
                  <c:v>153.136</c:v>
                </c:pt>
                <c:pt idx="278">
                  <c:v>153.961</c:v>
                </c:pt>
                <c:pt idx="279">
                  <c:v>154</c:v>
                </c:pt>
                <c:pt idx="280">
                  <c:v>154.927</c:v>
                </c:pt>
                <c:pt idx="281">
                  <c:v>155</c:v>
                </c:pt>
                <c:pt idx="282">
                  <c:v>155.861</c:v>
                </c:pt>
                <c:pt idx="283">
                  <c:v>156</c:v>
                </c:pt>
                <c:pt idx="284">
                  <c:v>156.802</c:v>
                </c:pt>
                <c:pt idx="285">
                  <c:v>157</c:v>
                </c:pt>
                <c:pt idx="286">
                  <c:v>157.631</c:v>
                </c:pt>
                <c:pt idx="287">
                  <c:v>158</c:v>
                </c:pt>
                <c:pt idx="288">
                  <c:v>158.604</c:v>
                </c:pt>
                <c:pt idx="289">
                  <c:v>159</c:v>
                </c:pt>
                <c:pt idx="290">
                  <c:v>159.682</c:v>
                </c:pt>
                <c:pt idx="291">
                  <c:v>160</c:v>
                </c:pt>
                <c:pt idx="292">
                  <c:v>160.624</c:v>
                </c:pt>
                <c:pt idx="293">
                  <c:v>161</c:v>
                </c:pt>
                <c:pt idx="294">
                  <c:v>161.399</c:v>
                </c:pt>
                <c:pt idx="295">
                  <c:v>162</c:v>
                </c:pt>
                <c:pt idx="296">
                  <c:v>162.387</c:v>
                </c:pt>
                <c:pt idx="297">
                  <c:v>163</c:v>
                </c:pt>
                <c:pt idx="298">
                  <c:v>163.425</c:v>
                </c:pt>
                <c:pt idx="299">
                  <c:v>164</c:v>
                </c:pt>
                <c:pt idx="300">
                  <c:v>164.543</c:v>
                </c:pt>
                <c:pt idx="301">
                  <c:v>165</c:v>
                </c:pt>
                <c:pt idx="302">
                  <c:v>165.32</c:v>
                </c:pt>
                <c:pt idx="303">
                  <c:v>166</c:v>
                </c:pt>
                <c:pt idx="304">
                  <c:v>166.147</c:v>
                </c:pt>
                <c:pt idx="305">
                  <c:v>167</c:v>
                </c:pt>
                <c:pt idx="306">
                  <c:v>167.026</c:v>
                </c:pt>
                <c:pt idx="307">
                  <c:v>167.856</c:v>
                </c:pt>
                <c:pt idx="308">
                  <c:v>168</c:v>
                </c:pt>
                <c:pt idx="309">
                  <c:v>168.799</c:v>
                </c:pt>
                <c:pt idx="310">
                  <c:v>169</c:v>
                </c:pt>
                <c:pt idx="311">
                  <c:v>169.889</c:v>
                </c:pt>
                <c:pt idx="312">
                  <c:v>170</c:v>
                </c:pt>
                <c:pt idx="313">
                  <c:v>170.697</c:v>
                </c:pt>
                <c:pt idx="314">
                  <c:v>171</c:v>
                </c:pt>
                <c:pt idx="315">
                  <c:v>171.662</c:v>
                </c:pt>
                <c:pt idx="316">
                  <c:v>172</c:v>
                </c:pt>
                <c:pt idx="317">
                  <c:v>172.384</c:v>
                </c:pt>
                <c:pt idx="318">
                  <c:v>173</c:v>
                </c:pt>
                <c:pt idx="319">
                  <c:v>173.294</c:v>
                </c:pt>
                <c:pt idx="320">
                  <c:v>174</c:v>
                </c:pt>
                <c:pt idx="321">
                  <c:v>174.338</c:v>
                </c:pt>
                <c:pt idx="322">
                  <c:v>175</c:v>
                </c:pt>
                <c:pt idx="323">
                  <c:v>175.27</c:v>
                </c:pt>
                <c:pt idx="324">
                  <c:v>176</c:v>
                </c:pt>
                <c:pt idx="325">
                  <c:v>176.154</c:v>
                </c:pt>
                <c:pt idx="326">
                  <c:v>176.905</c:v>
                </c:pt>
                <c:pt idx="327">
                  <c:v>177</c:v>
                </c:pt>
                <c:pt idx="328">
                  <c:v>177.738</c:v>
                </c:pt>
                <c:pt idx="329">
                  <c:v>178</c:v>
                </c:pt>
                <c:pt idx="330">
                  <c:v>178.631</c:v>
                </c:pt>
                <c:pt idx="331">
                  <c:v>179</c:v>
                </c:pt>
                <c:pt idx="332">
                  <c:v>179.577</c:v>
                </c:pt>
                <c:pt idx="333">
                  <c:v>180</c:v>
                </c:pt>
                <c:pt idx="334">
                  <c:v>180.573</c:v>
                </c:pt>
                <c:pt idx="335">
                  <c:v>181</c:v>
                </c:pt>
                <c:pt idx="336">
                  <c:v>181.535</c:v>
                </c:pt>
                <c:pt idx="337">
                  <c:v>182</c:v>
                </c:pt>
                <c:pt idx="338">
                  <c:v>182.573</c:v>
                </c:pt>
                <c:pt idx="339">
                  <c:v>183</c:v>
                </c:pt>
                <c:pt idx="340">
                  <c:v>183.429</c:v>
                </c:pt>
                <c:pt idx="341">
                  <c:v>184</c:v>
                </c:pt>
                <c:pt idx="342">
                  <c:v>184.203</c:v>
                </c:pt>
                <c:pt idx="343">
                  <c:v>185</c:v>
                </c:pt>
                <c:pt idx="344">
                  <c:v>185.336</c:v>
                </c:pt>
                <c:pt idx="345">
                  <c:v>186</c:v>
                </c:pt>
                <c:pt idx="346">
                  <c:v>186.446</c:v>
                </c:pt>
                <c:pt idx="347">
                  <c:v>187</c:v>
                </c:pt>
                <c:pt idx="348">
                  <c:v>187.603</c:v>
                </c:pt>
                <c:pt idx="349">
                  <c:v>188</c:v>
                </c:pt>
                <c:pt idx="350">
                  <c:v>188.67</c:v>
                </c:pt>
                <c:pt idx="351">
                  <c:v>189</c:v>
                </c:pt>
                <c:pt idx="352">
                  <c:v>189.638</c:v>
                </c:pt>
                <c:pt idx="353">
                  <c:v>190</c:v>
                </c:pt>
                <c:pt idx="354">
                  <c:v>190.874</c:v>
                </c:pt>
                <c:pt idx="355">
                  <c:v>191</c:v>
                </c:pt>
                <c:pt idx="356">
                  <c:v>191.759</c:v>
                </c:pt>
                <c:pt idx="357">
                  <c:v>192</c:v>
                </c:pt>
                <c:pt idx="358">
                  <c:v>192.783</c:v>
                </c:pt>
                <c:pt idx="359">
                  <c:v>193</c:v>
                </c:pt>
                <c:pt idx="360">
                  <c:v>193.777</c:v>
                </c:pt>
                <c:pt idx="361">
                  <c:v>194</c:v>
                </c:pt>
                <c:pt idx="362">
                  <c:v>194.716</c:v>
                </c:pt>
                <c:pt idx="363">
                  <c:v>195</c:v>
                </c:pt>
                <c:pt idx="364">
                  <c:v>195.681</c:v>
                </c:pt>
                <c:pt idx="365">
                  <c:v>196</c:v>
                </c:pt>
                <c:pt idx="366">
                  <c:v>197</c:v>
                </c:pt>
                <c:pt idx="367">
                  <c:v>197.006</c:v>
                </c:pt>
                <c:pt idx="368">
                  <c:v>197.861</c:v>
                </c:pt>
                <c:pt idx="369">
                  <c:v>198</c:v>
                </c:pt>
                <c:pt idx="370">
                  <c:v>199</c:v>
                </c:pt>
                <c:pt idx="371">
                  <c:v>199.017</c:v>
                </c:pt>
                <c:pt idx="372">
                  <c:v>199.988</c:v>
                </c:pt>
                <c:pt idx="373">
                  <c:v>200</c:v>
                </c:pt>
                <c:pt idx="374">
                  <c:v>200.934</c:v>
                </c:pt>
                <c:pt idx="375">
                  <c:v>201</c:v>
                </c:pt>
                <c:pt idx="376">
                  <c:v>202</c:v>
                </c:pt>
                <c:pt idx="377">
                  <c:v>202.107</c:v>
                </c:pt>
                <c:pt idx="378">
                  <c:v>203</c:v>
                </c:pt>
                <c:pt idx="379">
                  <c:v>203.287</c:v>
                </c:pt>
                <c:pt idx="380">
                  <c:v>204</c:v>
                </c:pt>
                <c:pt idx="381">
                  <c:v>204.301</c:v>
                </c:pt>
                <c:pt idx="382">
                  <c:v>205</c:v>
                </c:pt>
                <c:pt idx="383">
                  <c:v>205.219</c:v>
                </c:pt>
                <c:pt idx="384">
                  <c:v>206</c:v>
                </c:pt>
                <c:pt idx="385">
                  <c:v>206.266</c:v>
                </c:pt>
                <c:pt idx="386">
                  <c:v>207</c:v>
                </c:pt>
                <c:pt idx="387">
                  <c:v>207.357</c:v>
                </c:pt>
                <c:pt idx="388">
                  <c:v>208</c:v>
                </c:pt>
                <c:pt idx="389">
                  <c:v>208.265</c:v>
                </c:pt>
                <c:pt idx="390">
                  <c:v>209</c:v>
                </c:pt>
                <c:pt idx="391">
                  <c:v>209.228</c:v>
                </c:pt>
                <c:pt idx="392">
                  <c:v>210</c:v>
                </c:pt>
                <c:pt idx="393">
                  <c:v>210.138</c:v>
                </c:pt>
                <c:pt idx="394">
                  <c:v>211</c:v>
                </c:pt>
                <c:pt idx="395">
                  <c:v>211.128</c:v>
                </c:pt>
                <c:pt idx="396">
                  <c:v>211.96</c:v>
                </c:pt>
                <c:pt idx="397">
                  <c:v>212</c:v>
                </c:pt>
                <c:pt idx="398">
                  <c:v>213</c:v>
                </c:pt>
                <c:pt idx="399">
                  <c:v>213.363</c:v>
                </c:pt>
                <c:pt idx="400">
                  <c:v>214</c:v>
                </c:pt>
                <c:pt idx="401">
                  <c:v>214.169</c:v>
                </c:pt>
                <c:pt idx="402">
                  <c:v>215</c:v>
                </c:pt>
                <c:pt idx="403">
                  <c:v>215.412</c:v>
                </c:pt>
                <c:pt idx="404">
                  <c:v>216</c:v>
                </c:pt>
                <c:pt idx="405">
                  <c:v>216.619</c:v>
                </c:pt>
                <c:pt idx="406">
                  <c:v>217</c:v>
                </c:pt>
                <c:pt idx="407">
                  <c:v>217.994</c:v>
                </c:pt>
                <c:pt idx="408">
                  <c:v>218</c:v>
                </c:pt>
                <c:pt idx="409">
                  <c:v>219</c:v>
                </c:pt>
                <c:pt idx="410">
                  <c:v>219.235</c:v>
                </c:pt>
                <c:pt idx="411">
                  <c:v>220</c:v>
                </c:pt>
                <c:pt idx="412">
                  <c:v>220.518</c:v>
                </c:pt>
                <c:pt idx="413">
                  <c:v>221</c:v>
                </c:pt>
                <c:pt idx="414">
                  <c:v>221.728</c:v>
                </c:pt>
                <c:pt idx="415">
                  <c:v>222</c:v>
                </c:pt>
                <c:pt idx="416">
                  <c:v>223</c:v>
                </c:pt>
                <c:pt idx="417">
                  <c:v>223.335</c:v>
                </c:pt>
                <c:pt idx="418">
                  <c:v>224</c:v>
                </c:pt>
                <c:pt idx="419">
                  <c:v>224.973</c:v>
                </c:pt>
                <c:pt idx="420">
                  <c:v>225</c:v>
                </c:pt>
                <c:pt idx="421">
                  <c:v>226</c:v>
                </c:pt>
                <c:pt idx="422">
                  <c:v>226.488</c:v>
                </c:pt>
                <c:pt idx="423">
                  <c:v>227</c:v>
                </c:pt>
                <c:pt idx="424">
                  <c:v>228</c:v>
                </c:pt>
                <c:pt idx="425">
                  <c:v>228.175</c:v>
                </c:pt>
                <c:pt idx="426">
                  <c:v>229</c:v>
                </c:pt>
                <c:pt idx="427">
                  <c:v>229.786</c:v>
                </c:pt>
                <c:pt idx="428">
                  <c:v>230</c:v>
                </c:pt>
                <c:pt idx="429">
                  <c:v>231</c:v>
                </c:pt>
                <c:pt idx="430">
                  <c:v>231.33</c:v>
                </c:pt>
                <c:pt idx="431">
                  <c:v>232</c:v>
                </c:pt>
                <c:pt idx="432">
                  <c:v>232.766</c:v>
                </c:pt>
                <c:pt idx="433">
                  <c:v>233</c:v>
                </c:pt>
                <c:pt idx="434">
                  <c:v>234</c:v>
                </c:pt>
                <c:pt idx="435">
                  <c:v>234.464</c:v>
                </c:pt>
                <c:pt idx="436">
                  <c:v>235</c:v>
                </c:pt>
                <c:pt idx="437">
                  <c:v>236</c:v>
                </c:pt>
                <c:pt idx="438">
                  <c:v>236.383</c:v>
                </c:pt>
                <c:pt idx="439">
                  <c:v>237</c:v>
                </c:pt>
                <c:pt idx="440">
                  <c:v>238</c:v>
                </c:pt>
                <c:pt idx="441">
                  <c:v>238.459</c:v>
                </c:pt>
                <c:pt idx="442">
                  <c:v>239</c:v>
                </c:pt>
                <c:pt idx="443">
                  <c:v>240</c:v>
                </c:pt>
                <c:pt idx="444">
                  <c:v>240.433</c:v>
                </c:pt>
                <c:pt idx="445">
                  <c:v>241</c:v>
                </c:pt>
                <c:pt idx="446">
                  <c:v>242</c:v>
                </c:pt>
                <c:pt idx="447">
                  <c:v>242.333</c:v>
                </c:pt>
                <c:pt idx="448">
                  <c:v>243</c:v>
                </c:pt>
                <c:pt idx="449">
                  <c:v>244</c:v>
                </c:pt>
                <c:pt idx="450">
                  <c:v>244.709</c:v>
                </c:pt>
                <c:pt idx="451">
                  <c:v>245</c:v>
                </c:pt>
                <c:pt idx="452">
                  <c:v>246</c:v>
                </c:pt>
                <c:pt idx="453">
                  <c:v>247</c:v>
                </c:pt>
                <c:pt idx="454">
                  <c:v>247.371</c:v>
                </c:pt>
                <c:pt idx="455">
                  <c:v>248</c:v>
                </c:pt>
                <c:pt idx="456">
                  <c:v>249</c:v>
                </c:pt>
                <c:pt idx="457">
                  <c:v>249.541</c:v>
                </c:pt>
                <c:pt idx="458">
                  <c:v>250</c:v>
                </c:pt>
                <c:pt idx="459">
                  <c:v>251</c:v>
                </c:pt>
                <c:pt idx="460">
                  <c:v>252</c:v>
                </c:pt>
                <c:pt idx="461">
                  <c:v>252.765</c:v>
                </c:pt>
                <c:pt idx="462">
                  <c:v>253</c:v>
                </c:pt>
                <c:pt idx="463">
                  <c:v>254</c:v>
                </c:pt>
                <c:pt idx="464">
                  <c:v>255</c:v>
                </c:pt>
                <c:pt idx="465">
                  <c:v>255.049</c:v>
                </c:pt>
                <c:pt idx="466">
                  <c:v>256</c:v>
                </c:pt>
                <c:pt idx="467">
                  <c:v>257</c:v>
                </c:pt>
                <c:pt idx="468">
                  <c:v>257.741</c:v>
                </c:pt>
                <c:pt idx="469">
                  <c:v>258</c:v>
                </c:pt>
                <c:pt idx="470">
                  <c:v>259</c:v>
                </c:pt>
                <c:pt idx="471">
                  <c:v>260</c:v>
                </c:pt>
                <c:pt idx="472">
                  <c:v>261</c:v>
                </c:pt>
                <c:pt idx="473">
                  <c:v>261.277</c:v>
                </c:pt>
                <c:pt idx="474">
                  <c:v>262</c:v>
                </c:pt>
                <c:pt idx="475">
                  <c:v>263</c:v>
                </c:pt>
                <c:pt idx="476">
                  <c:v>264</c:v>
                </c:pt>
                <c:pt idx="477">
                  <c:v>265</c:v>
                </c:pt>
                <c:pt idx="478">
                  <c:v>265.749</c:v>
                </c:pt>
                <c:pt idx="479">
                  <c:v>266</c:v>
                </c:pt>
                <c:pt idx="480">
                  <c:v>267</c:v>
                </c:pt>
                <c:pt idx="481">
                  <c:v>268</c:v>
                </c:pt>
                <c:pt idx="482">
                  <c:v>269</c:v>
                </c:pt>
                <c:pt idx="483">
                  <c:v>270</c:v>
                </c:pt>
                <c:pt idx="484">
                  <c:v>270.53</c:v>
                </c:pt>
                <c:pt idx="485">
                  <c:v>271</c:v>
                </c:pt>
                <c:pt idx="486">
                  <c:v>272</c:v>
                </c:pt>
                <c:pt idx="487">
                  <c:v>273</c:v>
                </c:pt>
                <c:pt idx="488">
                  <c:v>274</c:v>
                </c:pt>
                <c:pt idx="489">
                  <c:v>275</c:v>
                </c:pt>
                <c:pt idx="490">
                  <c:v>276</c:v>
                </c:pt>
                <c:pt idx="491">
                  <c:v>276.392</c:v>
                </c:pt>
                <c:pt idx="492">
                  <c:v>277</c:v>
                </c:pt>
                <c:pt idx="493">
                  <c:v>278</c:v>
                </c:pt>
                <c:pt idx="494">
                  <c:v>279</c:v>
                </c:pt>
                <c:pt idx="495">
                  <c:v>280</c:v>
                </c:pt>
                <c:pt idx="496">
                  <c:v>281</c:v>
                </c:pt>
                <c:pt idx="497">
                  <c:v>282</c:v>
                </c:pt>
                <c:pt idx="498">
                  <c:v>283</c:v>
                </c:pt>
                <c:pt idx="499">
                  <c:v>283.056</c:v>
                </c:pt>
                <c:pt idx="500">
                  <c:v>284</c:v>
                </c:pt>
                <c:pt idx="501">
                  <c:v>285</c:v>
                </c:pt>
                <c:pt idx="502">
                  <c:v>286</c:v>
                </c:pt>
                <c:pt idx="503">
                  <c:v>287</c:v>
                </c:pt>
                <c:pt idx="504">
                  <c:v>288</c:v>
                </c:pt>
                <c:pt idx="505">
                  <c:v>289</c:v>
                </c:pt>
                <c:pt idx="506">
                  <c:v>290</c:v>
                </c:pt>
                <c:pt idx="507">
                  <c:v>290.759</c:v>
                </c:pt>
                <c:pt idx="508">
                  <c:v>291</c:v>
                </c:pt>
                <c:pt idx="509">
                  <c:v>292</c:v>
                </c:pt>
                <c:pt idx="510">
                  <c:v>293</c:v>
                </c:pt>
                <c:pt idx="511">
                  <c:v>294</c:v>
                </c:pt>
                <c:pt idx="512">
                  <c:v>295</c:v>
                </c:pt>
                <c:pt idx="513">
                  <c:v>296</c:v>
                </c:pt>
                <c:pt idx="514">
                  <c:v>297</c:v>
                </c:pt>
                <c:pt idx="515">
                  <c:v>298</c:v>
                </c:pt>
                <c:pt idx="516">
                  <c:v>299</c:v>
                </c:pt>
                <c:pt idx="517">
                  <c:v>299.208</c:v>
                </c:pt>
                <c:pt idx="518">
                  <c:v>300</c:v>
                </c:pt>
                <c:pt idx="519">
                  <c:v>301</c:v>
                </c:pt>
                <c:pt idx="520">
                  <c:v>302</c:v>
                </c:pt>
                <c:pt idx="521">
                  <c:v>303</c:v>
                </c:pt>
                <c:pt idx="522">
                  <c:v>304</c:v>
                </c:pt>
                <c:pt idx="523">
                  <c:v>305</c:v>
                </c:pt>
                <c:pt idx="524">
                  <c:v>306</c:v>
                </c:pt>
                <c:pt idx="525">
                  <c:v>307</c:v>
                </c:pt>
                <c:pt idx="526">
                  <c:v>308</c:v>
                </c:pt>
                <c:pt idx="527">
                  <c:v>308.971</c:v>
                </c:pt>
                <c:pt idx="528">
                  <c:v>309</c:v>
                </c:pt>
                <c:pt idx="529">
                  <c:v>310</c:v>
                </c:pt>
                <c:pt idx="530">
                  <c:v>311</c:v>
                </c:pt>
                <c:pt idx="531">
                  <c:v>312</c:v>
                </c:pt>
                <c:pt idx="532">
                  <c:v>313</c:v>
                </c:pt>
                <c:pt idx="533">
                  <c:v>314</c:v>
                </c:pt>
                <c:pt idx="534">
                  <c:v>315</c:v>
                </c:pt>
                <c:pt idx="535">
                  <c:v>316</c:v>
                </c:pt>
                <c:pt idx="536">
                  <c:v>317</c:v>
                </c:pt>
                <c:pt idx="537">
                  <c:v>318</c:v>
                </c:pt>
                <c:pt idx="538">
                  <c:v>318.828</c:v>
                </c:pt>
                <c:pt idx="539">
                  <c:v>319</c:v>
                </c:pt>
                <c:pt idx="540">
                  <c:v>320</c:v>
                </c:pt>
                <c:pt idx="541">
                  <c:v>321</c:v>
                </c:pt>
                <c:pt idx="542">
                  <c:v>322</c:v>
                </c:pt>
                <c:pt idx="543">
                  <c:v>323</c:v>
                </c:pt>
                <c:pt idx="544">
                  <c:v>324</c:v>
                </c:pt>
                <c:pt idx="545">
                  <c:v>325</c:v>
                </c:pt>
                <c:pt idx="546">
                  <c:v>326</c:v>
                </c:pt>
                <c:pt idx="547">
                  <c:v>327</c:v>
                </c:pt>
                <c:pt idx="548">
                  <c:v>328</c:v>
                </c:pt>
                <c:pt idx="549">
                  <c:v>329</c:v>
                </c:pt>
                <c:pt idx="550">
                  <c:v>330</c:v>
                </c:pt>
                <c:pt idx="551">
                  <c:v>331</c:v>
                </c:pt>
                <c:pt idx="552">
                  <c:v>332</c:v>
                </c:pt>
                <c:pt idx="553">
                  <c:v>333</c:v>
                </c:pt>
                <c:pt idx="554">
                  <c:v>333.761</c:v>
                </c:pt>
                <c:pt idx="555">
                  <c:v>334</c:v>
                </c:pt>
                <c:pt idx="556">
                  <c:v>335</c:v>
                </c:pt>
                <c:pt idx="557">
                  <c:v>336</c:v>
                </c:pt>
                <c:pt idx="558">
                  <c:v>337</c:v>
                </c:pt>
                <c:pt idx="559">
                  <c:v>338</c:v>
                </c:pt>
                <c:pt idx="560">
                  <c:v>339</c:v>
                </c:pt>
                <c:pt idx="561">
                  <c:v>340</c:v>
                </c:pt>
                <c:pt idx="562">
                  <c:v>341</c:v>
                </c:pt>
                <c:pt idx="563">
                  <c:v>342</c:v>
                </c:pt>
                <c:pt idx="564">
                  <c:v>343</c:v>
                </c:pt>
                <c:pt idx="565">
                  <c:v>344</c:v>
                </c:pt>
                <c:pt idx="566">
                  <c:v>345</c:v>
                </c:pt>
                <c:pt idx="567">
                  <c:v>346</c:v>
                </c:pt>
                <c:pt idx="568">
                  <c:v>347</c:v>
                </c:pt>
                <c:pt idx="569">
                  <c:v>348</c:v>
                </c:pt>
                <c:pt idx="570">
                  <c:v>348.681</c:v>
                </c:pt>
                <c:pt idx="571">
                  <c:v>349</c:v>
                </c:pt>
                <c:pt idx="572">
                  <c:v>350</c:v>
                </c:pt>
                <c:pt idx="573">
                  <c:v>351</c:v>
                </c:pt>
                <c:pt idx="574">
                  <c:v>352</c:v>
                </c:pt>
                <c:pt idx="575">
                  <c:v>353</c:v>
                </c:pt>
                <c:pt idx="576">
                  <c:v>354</c:v>
                </c:pt>
                <c:pt idx="577">
                  <c:v>355</c:v>
                </c:pt>
                <c:pt idx="578">
                  <c:v>356</c:v>
                </c:pt>
                <c:pt idx="579">
                  <c:v>357</c:v>
                </c:pt>
                <c:pt idx="580">
                  <c:v>358</c:v>
                </c:pt>
                <c:pt idx="581">
                  <c:v>358.419</c:v>
                </c:pt>
                <c:pt idx="582">
                  <c:v>359</c:v>
                </c:pt>
                <c:pt idx="583">
                  <c:v>360</c:v>
                </c:pt>
                <c:pt idx="584">
                  <c:v>361</c:v>
                </c:pt>
                <c:pt idx="585">
                  <c:v>362</c:v>
                </c:pt>
                <c:pt idx="586">
                  <c:v>363</c:v>
                </c:pt>
                <c:pt idx="587">
                  <c:v>364</c:v>
                </c:pt>
                <c:pt idx="588">
                  <c:v>365</c:v>
                </c:pt>
                <c:pt idx="589">
                  <c:v>366</c:v>
                </c:pt>
                <c:pt idx="590">
                  <c:v>367</c:v>
                </c:pt>
                <c:pt idx="591">
                  <c:v>368</c:v>
                </c:pt>
                <c:pt idx="592">
                  <c:v>369</c:v>
                </c:pt>
                <c:pt idx="593">
                  <c:v>370</c:v>
                </c:pt>
                <c:pt idx="594">
                  <c:v>371</c:v>
                </c:pt>
                <c:pt idx="595">
                  <c:v>371.336</c:v>
                </c:pt>
                <c:pt idx="596">
                  <c:v>372</c:v>
                </c:pt>
                <c:pt idx="597">
                  <c:v>373</c:v>
                </c:pt>
                <c:pt idx="598">
                  <c:v>374</c:v>
                </c:pt>
                <c:pt idx="599">
                  <c:v>375</c:v>
                </c:pt>
                <c:pt idx="600">
                  <c:v>376</c:v>
                </c:pt>
                <c:pt idx="601">
                  <c:v>377</c:v>
                </c:pt>
                <c:pt idx="602">
                  <c:v>378</c:v>
                </c:pt>
                <c:pt idx="603">
                  <c:v>379</c:v>
                </c:pt>
                <c:pt idx="604">
                  <c:v>380</c:v>
                </c:pt>
                <c:pt idx="605">
                  <c:v>380.23</c:v>
                </c:pt>
                <c:pt idx="606">
                  <c:v>381</c:v>
                </c:pt>
                <c:pt idx="607">
                  <c:v>382</c:v>
                </c:pt>
                <c:pt idx="608">
                  <c:v>383</c:v>
                </c:pt>
                <c:pt idx="609">
                  <c:v>384</c:v>
                </c:pt>
                <c:pt idx="610">
                  <c:v>385</c:v>
                </c:pt>
                <c:pt idx="611">
                  <c:v>386</c:v>
                </c:pt>
                <c:pt idx="612">
                  <c:v>387</c:v>
                </c:pt>
                <c:pt idx="613">
                  <c:v>388</c:v>
                </c:pt>
                <c:pt idx="614">
                  <c:v>388.465</c:v>
                </c:pt>
                <c:pt idx="615">
                  <c:v>389</c:v>
                </c:pt>
                <c:pt idx="616">
                  <c:v>390</c:v>
                </c:pt>
                <c:pt idx="617">
                  <c:v>391</c:v>
                </c:pt>
                <c:pt idx="618">
                  <c:v>392</c:v>
                </c:pt>
                <c:pt idx="619">
                  <c:v>393</c:v>
                </c:pt>
                <c:pt idx="620">
                  <c:v>394</c:v>
                </c:pt>
                <c:pt idx="621">
                  <c:v>395</c:v>
                </c:pt>
                <c:pt idx="622">
                  <c:v>395.769</c:v>
                </c:pt>
                <c:pt idx="623">
                  <c:v>396</c:v>
                </c:pt>
                <c:pt idx="624">
                  <c:v>397</c:v>
                </c:pt>
                <c:pt idx="625">
                  <c:v>398</c:v>
                </c:pt>
                <c:pt idx="626">
                  <c:v>399</c:v>
                </c:pt>
                <c:pt idx="627">
                  <c:v>400</c:v>
                </c:pt>
                <c:pt idx="628">
                  <c:v>401</c:v>
                </c:pt>
                <c:pt idx="629">
                  <c:v>402</c:v>
                </c:pt>
                <c:pt idx="630">
                  <c:v>402.349</c:v>
                </c:pt>
                <c:pt idx="631">
                  <c:v>403</c:v>
                </c:pt>
                <c:pt idx="632">
                  <c:v>404</c:v>
                </c:pt>
                <c:pt idx="633">
                  <c:v>405</c:v>
                </c:pt>
                <c:pt idx="634">
                  <c:v>406</c:v>
                </c:pt>
                <c:pt idx="635">
                  <c:v>407</c:v>
                </c:pt>
                <c:pt idx="636">
                  <c:v>408</c:v>
                </c:pt>
                <c:pt idx="637">
                  <c:v>409</c:v>
                </c:pt>
                <c:pt idx="638">
                  <c:v>410</c:v>
                </c:pt>
                <c:pt idx="639">
                  <c:v>410.411</c:v>
                </c:pt>
                <c:pt idx="640">
                  <c:v>411</c:v>
                </c:pt>
                <c:pt idx="641">
                  <c:v>412</c:v>
                </c:pt>
                <c:pt idx="642">
                  <c:v>413</c:v>
                </c:pt>
                <c:pt idx="643">
                  <c:v>414</c:v>
                </c:pt>
                <c:pt idx="644">
                  <c:v>415</c:v>
                </c:pt>
                <c:pt idx="645">
                  <c:v>416</c:v>
                </c:pt>
                <c:pt idx="646">
                  <c:v>416.903</c:v>
                </c:pt>
                <c:pt idx="647">
                  <c:v>417</c:v>
                </c:pt>
                <c:pt idx="648">
                  <c:v>418</c:v>
                </c:pt>
                <c:pt idx="649">
                  <c:v>419</c:v>
                </c:pt>
                <c:pt idx="650">
                  <c:v>420</c:v>
                </c:pt>
                <c:pt idx="651">
                  <c:v>421</c:v>
                </c:pt>
                <c:pt idx="652">
                  <c:v>422</c:v>
                </c:pt>
                <c:pt idx="653">
                  <c:v>423</c:v>
                </c:pt>
                <c:pt idx="654">
                  <c:v>424</c:v>
                </c:pt>
                <c:pt idx="655">
                  <c:v>425</c:v>
                </c:pt>
                <c:pt idx="656">
                  <c:v>425.023</c:v>
                </c:pt>
                <c:pt idx="657">
                  <c:v>426</c:v>
                </c:pt>
                <c:pt idx="658">
                  <c:v>427</c:v>
                </c:pt>
                <c:pt idx="659">
                  <c:v>428</c:v>
                </c:pt>
                <c:pt idx="660">
                  <c:v>429</c:v>
                </c:pt>
                <c:pt idx="661">
                  <c:v>430</c:v>
                </c:pt>
                <c:pt idx="662">
                  <c:v>431</c:v>
                </c:pt>
                <c:pt idx="663">
                  <c:v>432</c:v>
                </c:pt>
                <c:pt idx="664">
                  <c:v>433</c:v>
                </c:pt>
                <c:pt idx="665">
                  <c:v>433.206</c:v>
                </c:pt>
                <c:pt idx="666">
                  <c:v>434</c:v>
                </c:pt>
                <c:pt idx="667">
                  <c:v>435</c:v>
                </c:pt>
                <c:pt idx="668">
                  <c:v>436</c:v>
                </c:pt>
                <c:pt idx="669">
                  <c:v>437</c:v>
                </c:pt>
                <c:pt idx="670">
                  <c:v>438</c:v>
                </c:pt>
                <c:pt idx="671">
                  <c:v>439</c:v>
                </c:pt>
                <c:pt idx="672">
                  <c:v>440</c:v>
                </c:pt>
                <c:pt idx="673">
                  <c:v>440.718</c:v>
                </c:pt>
                <c:pt idx="674">
                  <c:v>441</c:v>
                </c:pt>
                <c:pt idx="675">
                  <c:v>442</c:v>
                </c:pt>
                <c:pt idx="676">
                  <c:v>443</c:v>
                </c:pt>
                <c:pt idx="677">
                  <c:v>444</c:v>
                </c:pt>
                <c:pt idx="678">
                  <c:v>445</c:v>
                </c:pt>
                <c:pt idx="679">
                  <c:v>446</c:v>
                </c:pt>
                <c:pt idx="680">
                  <c:v>447</c:v>
                </c:pt>
                <c:pt idx="681">
                  <c:v>447.564</c:v>
                </c:pt>
                <c:pt idx="682">
                  <c:v>448</c:v>
                </c:pt>
                <c:pt idx="683">
                  <c:v>449</c:v>
                </c:pt>
                <c:pt idx="684">
                  <c:v>450</c:v>
                </c:pt>
                <c:pt idx="685">
                  <c:v>451</c:v>
                </c:pt>
                <c:pt idx="686">
                  <c:v>452</c:v>
                </c:pt>
                <c:pt idx="687">
                  <c:v>453</c:v>
                </c:pt>
                <c:pt idx="688">
                  <c:v>454</c:v>
                </c:pt>
                <c:pt idx="689">
                  <c:v>455</c:v>
                </c:pt>
                <c:pt idx="690">
                  <c:v>455.492</c:v>
                </c:pt>
                <c:pt idx="691">
                  <c:v>456</c:v>
                </c:pt>
                <c:pt idx="692">
                  <c:v>457</c:v>
                </c:pt>
                <c:pt idx="693">
                  <c:v>458</c:v>
                </c:pt>
                <c:pt idx="694">
                  <c:v>459</c:v>
                </c:pt>
                <c:pt idx="695">
                  <c:v>460</c:v>
                </c:pt>
                <c:pt idx="696">
                  <c:v>461</c:v>
                </c:pt>
                <c:pt idx="697">
                  <c:v>461.076</c:v>
                </c:pt>
                <c:pt idx="698">
                  <c:v>462</c:v>
                </c:pt>
                <c:pt idx="699">
                  <c:v>463</c:v>
                </c:pt>
                <c:pt idx="700">
                  <c:v>464</c:v>
                </c:pt>
                <c:pt idx="701">
                  <c:v>465</c:v>
                </c:pt>
                <c:pt idx="702">
                  <c:v>466</c:v>
                </c:pt>
                <c:pt idx="703">
                  <c:v>467</c:v>
                </c:pt>
                <c:pt idx="704">
                  <c:v>467.851</c:v>
                </c:pt>
                <c:pt idx="705">
                  <c:v>468</c:v>
                </c:pt>
                <c:pt idx="706">
                  <c:v>469</c:v>
                </c:pt>
                <c:pt idx="707">
                  <c:v>470</c:v>
                </c:pt>
                <c:pt idx="708">
                  <c:v>471</c:v>
                </c:pt>
                <c:pt idx="709">
                  <c:v>472</c:v>
                </c:pt>
                <c:pt idx="710">
                  <c:v>473</c:v>
                </c:pt>
                <c:pt idx="711">
                  <c:v>474</c:v>
                </c:pt>
                <c:pt idx="712">
                  <c:v>475</c:v>
                </c:pt>
                <c:pt idx="713">
                  <c:v>476</c:v>
                </c:pt>
                <c:pt idx="714">
                  <c:v>477</c:v>
                </c:pt>
                <c:pt idx="715">
                  <c:v>478</c:v>
                </c:pt>
                <c:pt idx="716">
                  <c:v>478.696</c:v>
                </c:pt>
                <c:pt idx="717">
                  <c:v>479</c:v>
                </c:pt>
                <c:pt idx="718">
                  <c:v>480</c:v>
                </c:pt>
                <c:pt idx="719">
                  <c:v>481</c:v>
                </c:pt>
                <c:pt idx="720">
                  <c:v>482</c:v>
                </c:pt>
                <c:pt idx="721">
                  <c:v>483</c:v>
                </c:pt>
                <c:pt idx="722">
                  <c:v>484</c:v>
                </c:pt>
                <c:pt idx="723">
                  <c:v>484.292</c:v>
                </c:pt>
                <c:pt idx="724">
                  <c:v>485</c:v>
                </c:pt>
                <c:pt idx="725">
                  <c:v>486</c:v>
                </c:pt>
                <c:pt idx="726">
                  <c:v>487</c:v>
                </c:pt>
                <c:pt idx="727">
                  <c:v>488</c:v>
                </c:pt>
                <c:pt idx="728">
                  <c:v>489</c:v>
                </c:pt>
                <c:pt idx="729">
                  <c:v>490</c:v>
                </c:pt>
                <c:pt idx="730">
                  <c:v>491</c:v>
                </c:pt>
                <c:pt idx="731">
                  <c:v>492</c:v>
                </c:pt>
                <c:pt idx="732">
                  <c:v>492.037</c:v>
                </c:pt>
                <c:pt idx="733">
                  <c:v>493</c:v>
                </c:pt>
                <c:pt idx="734">
                  <c:v>494</c:v>
                </c:pt>
                <c:pt idx="735">
                  <c:v>495</c:v>
                </c:pt>
                <c:pt idx="736">
                  <c:v>496</c:v>
                </c:pt>
                <c:pt idx="737">
                  <c:v>497</c:v>
                </c:pt>
                <c:pt idx="738">
                  <c:v>498</c:v>
                </c:pt>
                <c:pt idx="739">
                  <c:v>499</c:v>
                </c:pt>
                <c:pt idx="740">
                  <c:v>500</c:v>
                </c:pt>
              </c:numCache>
            </c:numRef>
          </c:xVal>
          <c:yVal>
            <c:numRef>
              <c:f>'Chart Data'!$B$2:$B$742</c:f>
              <c:numCache>
                <c:formatCode>0</c:formatCode>
                <c:ptCount val="741"/>
                <c:pt idx="0">
                  <c:v>-3.92735026526</c:v>
                </c:pt>
                <c:pt idx="1">
                  <c:v>-3.89296399702</c:v>
                </c:pt>
                <c:pt idx="2">
                  <c:v>-3.92735026526</c:v>
                </c:pt>
                <c:pt idx="3">
                  <c:v>-3.89296399702</c:v>
                </c:pt>
                <c:pt idx="4">
                  <c:v>-3.86110171959</c:v>
                </c:pt>
                <c:pt idx="5">
                  <c:v>-2.11607396456</c:v>
                </c:pt>
                <c:pt idx="6">
                  <c:v>-3.86110171959</c:v>
                </c:pt>
                <c:pt idx="7">
                  <c:v>-2.11607396456</c:v>
                </c:pt>
                <c:pt idx="8">
                  <c:v>-3.86110171959</c:v>
                </c:pt>
                <c:pt idx="9">
                  <c:v>-2.24802584832</c:v>
                </c:pt>
                <c:pt idx="10">
                  <c:v>-3.86110171959</c:v>
                </c:pt>
                <c:pt idx="11">
                  <c:v>-3.02784910903</c:v>
                </c:pt>
                <c:pt idx="12">
                  <c:v>-3.86110171959</c:v>
                </c:pt>
                <c:pt idx="13">
                  <c:v>-3.32577712174</c:v>
                </c:pt>
                <c:pt idx="14">
                  <c:v>-3.86110171959</c:v>
                </c:pt>
                <c:pt idx="15">
                  <c:v>-3.32577712174</c:v>
                </c:pt>
                <c:pt idx="16">
                  <c:v>-3.53820961429</c:v>
                </c:pt>
                <c:pt idx="17">
                  <c:v>-3.67031413266</c:v>
                </c:pt>
                <c:pt idx="18">
                  <c:v>-3.58213965293</c:v>
                </c:pt>
                <c:pt idx="19">
                  <c:v>-3.69959712507</c:v>
                </c:pt>
                <c:pt idx="20">
                  <c:v>-3.69959712507</c:v>
                </c:pt>
                <c:pt idx="21">
                  <c:v>-3.55961941527</c:v>
                </c:pt>
                <c:pt idx="22">
                  <c:v>-3.55961941527</c:v>
                </c:pt>
                <c:pt idx="23">
                  <c:v>-3.55961941527</c:v>
                </c:pt>
                <c:pt idx="24">
                  <c:v>-3.70094398646</c:v>
                </c:pt>
                <c:pt idx="25">
                  <c:v>-3.70094398646</c:v>
                </c:pt>
                <c:pt idx="26">
                  <c:v>-3.55961941527</c:v>
                </c:pt>
                <c:pt idx="27">
                  <c:v>-3.55961941527</c:v>
                </c:pt>
                <c:pt idx="28">
                  <c:v>-3.55961941527</c:v>
                </c:pt>
                <c:pt idx="29">
                  <c:v>-3.64664544023</c:v>
                </c:pt>
                <c:pt idx="30">
                  <c:v>-3.64664544023</c:v>
                </c:pt>
                <c:pt idx="31">
                  <c:v>-3.64664544023</c:v>
                </c:pt>
                <c:pt idx="32">
                  <c:v>-3.64664544023</c:v>
                </c:pt>
                <c:pt idx="33">
                  <c:v>-3.78790054109</c:v>
                </c:pt>
                <c:pt idx="34">
                  <c:v>-3.78790054109</c:v>
                </c:pt>
                <c:pt idx="35">
                  <c:v>-3.79173411416</c:v>
                </c:pt>
                <c:pt idx="36">
                  <c:v>-3.86654046073</c:v>
                </c:pt>
                <c:pt idx="37">
                  <c:v>-3.79173411416</c:v>
                </c:pt>
                <c:pt idx="38">
                  <c:v>-3.79173411416</c:v>
                </c:pt>
                <c:pt idx="39">
                  <c:v>-3.72572725373</c:v>
                </c:pt>
                <c:pt idx="40">
                  <c:v>-3.67225434036</c:v>
                </c:pt>
                <c:pt idx="41">
                  <c:v>-3.67225434036</c:v>
                </c:pt>
                <c:pt idx="42">
                  <c:v>-3.59732018143</c:v>
                </c:pt>
                <c:pt idx="43">
                  <c:v>-3.59732018143</c:v>
                </c:pt>
                <c:pt idx="44">
                  <c:v>-3.55619118222</c:v>
                </c:pt>
                <c:pt idx="45">
                  <c:v>-3.55619118222</c:v>
                </c:pt>
                <c:pt idx="46">
                  <c:v>-3.55619118222</c:v>
                </c:pt>
                <c:pt idx="47">
                  <c:v>-3.55619118222</c:v>
                </c:pt>
                <c:pt idx="48">
                  <c:v>-3.55619118222</c:v>
                </c:pt>
                <c:pt idx="49">
                  <c:v>-3.55619118222</c:v>
                </c:pt>
                <c:pt idx="50">
                  <c:v>-3.5321034195</c:v>
                </c:pt>
                <c:pt idx="51">
                  <c:v>-3.5444910222</c:v>
                </c:pt>
                <c:pt idx="52">
                  <c:v>-3.44738080851</c:v>
                </c:pt>
                <c:pt idx="53">
                  <c:v>-3.37892572835</c:v>
                </c:pt>
                <c:pt idx="54">
                  <c:v>-3.37892572835</c:v>
                </c:pt>
                <c:pt idx="55">
                  <c:v>-3.37892572835</c:v>
                </c:pt>
                <c:pt idx="56">
                  <c:v>-3.37892572835</c:v>
                </c:pt>
                <c:pt idx="57">
                  <c:v>-3.44738080851</c:v>
                </c:pt>
                <c:pt idx="58">
                  <c:v>-3.44738080851</c:v>
                </c:pt>
                <c:pt idx="59">
                  <c:v>-3.44738080851</c:v>
                </c:pt>
                <c:pt idx="60">
                  <c:v>-3.28100481618</c:v>
                </c:pt>
                <c:pt idx="61">
                  <c:v>-3.28100481618</c:v>
                </c:pt>
                <c:pt idx="62">
                  <c:v>-3.11267744096</c:v>
                </c:pt>
                <c:pt idx="63">
                  <c:v>-3.11267744096</c:v>
                </c:pt>
                <c:pt idx="64">
                  <c:v>-3.11267744096</c:v>
                </c:pt>
                <c:pt idx="65">
                  <c:v>-3.23787307345</c:v>
                </c:pt>
                <c:pt idx="66">
                  <c:v>-3.23787307345</c:v>
                </c:pt>
                <c:pt idx="67">
                  <c:v>-3.33039713887</c:v>
                </c:pt>
                <c:pt idx="68">
                  <c:v>-3.23787307345</c:v>
                </c:pt>
                <c:pt idx="69">
                  <c:v>-3.11267744096</c:v>
                </c:pt>
                <c:pt idx="70">
                  <c:v>-3.12363973902</c:v>
                </c:pt>
                <c:pt idx="71">
                  <c:v>-3.12363973902</c:v>
                </c:pt>
                <c:pt idx="72">
                  <c:v>-3.12363973902</c:v>
                </c:pt>
                <c:pt idx="73">
                  <c:v>-3.12363973902</c:v>
                </c:pt>
                <c:pt idx="74">
                  <c:v>-3.12363973902</c:v>
                </c:pt>
                <c:pt idx="75">
                  <c:v>-3.09643678545</c:v>
                </c:pt>
                <c:pt idx="76">
                  <c:v>-3.09643678545</c:v>
                </c:pt>
                <c:pt idx="77">
                  <c:v>-3.09643678545</c:v>
                </c:pt>
                <c:pt idx="78">
                  <c:v>-3.19062994571</c:v>
                </c:pt>
                <c:pt idx="79">
                  <c:v>-3.25256066951</c:v>
                </c:pt>
                <c:pt idx="80">
                  <c:v>-3.30735048885</c:v>
                </c:pt>
                <c:pt idx="81">
                  <c:v>-3.25256066951</c:v>
                </c:pt>
                <c:pt idx="82">
                  <c:v>-3.25256066951</c:v>
                </c:pt>
                <c:pt idx="83">
                  <c:v>-3.30735048885</c:v>
                </c:pt>
                <c:pt idx="84">
                  <c:v>-3.30735048885</c:v>
                </c:pt>
                <c:pt idx="85">
                  <c:v>-3.35241357193</c:v>
                </c:pt>
                <c:pt idx="86">
                  <c:v>-3.35241357193</c:v>
                </c:pt>
                <c:pt idx="87">
                  <c:v>-3.35241357193</c:v>
                </c:pt>
                <c:pt idx="88">
                  <c:v>-3.35241357193</c:v>
                </c:pt>
                <c:pt idx="89">
                  <c:v>-3.35241357193</c:v>
                </c:pt>
                <c:pt idx="90">
                  <c:v>-3.35241357193</c:v>
                </c:pt>
                <c:pt idx="91">
                  <c:v>-3.35241357193</c:v>
                </c:pt>
                <c:pt idx="92">
                  <c:v>-3.35241357193</c:v>
                </c:pt>
                <c:pt idx="93">
                  <c:v>-3.35241357193</c:v>
                </c:pt>
                <c:pt idx="94">
                  <c:v>-3.35241357193</c:v>
                </c:pt>
                <c:pt idx="95">
                  <c:v>-3.37771312806</c:v>
                </c:pt>
                <c:pt idx="96">
                  <c:v>-3.37771312806</c:v>
                </c:pt>
                <c:pt idx="97">
                  <c:v>-3.35241357193</c:v>
                </c:pt>
                <c:pt idx="98">
                  <c:v>-3.35241357193</c:v>
                </c:pt>
                <c:pt idx="99">
                  <c:v>-3.24936632026</c:v>
                </c:pt>
                <c:pt idx="100">
                  <c:v>-3.16821834634</c:v>
                </c:pt>
                <c:pt idx="101">
                  <c:v>-3.26456352143</c:v>
                </c:pt>
                <c:pt idx="102">
                  <c:v>-3.4564030348</c:v>
                </c:pt>
                <c:pt idx="103">
                  <c:v>-3.4564030348</c:v>
                </c:pt>
                <c:pt idx="104">
                  <c:v>-3.4564030348</c:v>
                </c:pt>
                <c:pt idx="105">
                  <c:v>-3.43308322396</c:v>
                </c:pt>
                <c:pt idx="106">
                  <c:v>-3.43308322396</c:v>
                </c:pt>
                <c:pt idx="107">
                  <c:v>-3.43308322396</c:v>
                </c:pt>
                <c:pt idx="108">
                  <c:v>-3.43308322396</c:v>
                </c:pt>
                <c:pt idx="109">
                  <c:v>-3.43308322396</c:v>
                </c:pt>
                <c:pt idx="110">
                  <c:v>-3.57511004343</c:v>
                </c:pt>
                <c:pt idx="111">
                  <c:v>-3.43308322396</c:v>
                </c:pt>
                <c:pt idx="112">
                  <c:v>-3.30638940127</c:v>
                </c:pt>
                <c:pt idx="113">
                  <c:v>-3.30638940127</c:v>
                </c:pt>
                <c:pt idx="114">
                  <c:v>-3.23436527803</c:v>
                </c:pt>
                <c:pt idx="115">
                  <c:v>-3.18563929072</c:v>
                </c:pt>
                <c:pt idx="116">
                  <c:v>-3.11673650481</c:v>
                </c:pt>
                <c:pt idx="117">
                  <c:v>-3.18563929072</c:v>
                </c:pt>
                <c:pt idx="118">
                  <c:v>-3.18563929072</c:v>
                </c:pt>
                <c:pt idx="119">
                  <c:v>-3.12279098354</c:v>
                </c:pt>
                <c:pt idx="120">
                  <c:v>-3.23436527803</c:v>
                </c:pt>
                <c:pt idx="121">
                  <c:v>-3.20664653769</c:v>
                </c:pt>
                <c:pt idx="122">
                  <c:v>-3.20664653769</c:v>
                </c:pt>
                <c:pt idx="123">
                  <c:v>-3.20664653769</c:v>
                </c:pt>
                <c:pt idx="124">
                  <c:v>-3.12279098354</c:v>
                </c:pt>
                <c:pt idx="125">
                  <c:v>-3.12279098354</c:v>
                </c:pt>
                <c:pt idx="126">
                  <c:v>-3.12279098354</c:v>
                </c:pt>
                <c:pt idx="127">
                  <c:v>-3.0554465052</c:v>
                </c:pt>
                <c:pt idx="128">
                  <c:v>-3.0554465052</c:v>
                </c:pt>
                <c:pt idx="129">
                  <c:v>-3.0554465052</c:v>
                </c:pt>
                <c:pt idx="130">
                  <c:v>-3.0554465052</c:v>
                </c:pt>
                <c:pt idx="131">
                  <c:v>-3.13459747096</c:v>
                </c:pt>
                <c:pt idx="132">
                  <c:v>-3.25708134755</c:v>
                </c:pt>
                <c:pt idx="133">
                  <c:v>-3.37729042957</c:v>
                </c:pt>
                <c:pt idx="134">
                  <c:v>-3.37729042957</c:v>
                </c:pt>
                <c:pt idx="135">
                  <c:v>-3.37729042957</c:v>
                </c:pt>
                <c:pt idx="136">
                  <c:v>-3.37729042957</c:v>
                </c:pt>
                <c:pt idx="137">
                  <c:v>-3.37729042957</c:v>
                </c:pt>
                <c:pt idx="138">
                  <c:v>-3.37553001217</c:v>
                </c:pt>
                <c:pt idx="139">
                  <c:v>-3.37553001217</c:v>
                </c:pt>
                <c:pt idx="140">
                  <c:v>-3.37553001217</c:v>
                </c:pt>
                <c:pt idx="141">
                  <c:v>-3.47453017557</c:v>
                </c:pt>
                <c:pt idx="142">
                  <c:v>-3.47453017557</c:v>
                </c:pt>
                <c:pt idx="143">
                  <c:v>-3.37553001217</c:v>
                </c:pt>
                <c:pt idx="144">
                  <c:v>-3.53226089742</c:v>
                </c:pt>
                <c:pt idx="145">
                  <c:v>-3.53226089742</c:v>
                </c:pt>
                <c:pt idx="146">
                  <c:v>-3.37553001217</c:v>
                </c:pt>
                <c:pt idx="147">
                  <c:v>-3.51698106265</c:v>
                </c:pt>
                <c:pt idx="148">
                  <c:v>-3.51698106265</c:v>
                </c:pt>
                <c:pt idx="149">
                  <c:v>-3.37553001217</c:v>
                </c:pt>
                <c:pt idx="150">
                  <c:v>-3.32302750926</c:v>
                </c:pt>
                <c:pt idx="151">
                  <c:v>-3.32302750926</c:v>
                </c:pt>
                <c:pt idx="152">
                  <c:v>-3.37580228725</c:v>
                </c:pt>
                <c:pt idx="153">
                  <c:v>-3.36333454911</c:v>
                </c:pt>
                <c:pt idx="154">
                  <c:v>-3.36333454911</c:v>
                </c:pt>
                <c:pt idx="155">
                  <c:v>-3.36333454911</c:v>
                </c:pt>
                <c:pt idx="156">
                  <c:v>-3.36333454911</c:v>
                </c:pt>
                <c:pt idx="157">
                  <c:v>-3.31913943283</c:v>
                </c:pt>
                <c:pt idx="158">
                  <c:v>-3.24130340517</c:v>
                </c:pt>
                <c:pt idx="159">
                  <c:v>-3.24130340517</c:v>
                </c:pt>
                <c:pt idx="160">
                  <c:v>-3.24130340517</c:v>
                </c:pt>
                <c:pt idx="161">
                  <c:v>-3.24130340517</c:v>
                </c:pt>
                <c:pt idx="162">
                  <c:v>-3.24130340517</c:v>
                </c:pt>
                <c:pt idx="163">
                  <c:v>-3.20549649397</c:v>
                </c:pt>
                <c:pt idx="164">
                  <c:v>-3.20549649397</c:v>
                </c:pt>
                <c:pt idx="165">
                  <c:v>-3.20549649397</c:v>
                </c:pt>
                <c:pt idx="166">
                  <c:v>-3.20549649397</c:v>
                </c:pt>
                <c:pt idx="167">
                  <c:v>-3.18737385125</c:v>
                </c:pt>
                <c:pt idx="168">
                  <c:v>-3.18737385125</c:v>
                </c:pt>
                <c:pt idx="169">
                  <c:v>-3.17270239851</c:v>
                </c:pt>
                <c:pt idx="170">
                  <c:v>-3.13925817178</c:v>
                </c:pt>
                <c:pt idx="171">
                  <c:v>-3.13925817178</c:v>
                </c:pt>
                <c:pt idx="172">
                  <c:v>-2.97197582186</c:v>
                </c:pt>
                <c:pt idx="173">
                  <c:v>-2.84518819483</c:v>
                </c:pt>
                <c:pt idx="174">
                  <c:v>-2.97197582186</c:v>
                </c:pt>
                <c:pt idx="175">
                  <c:v>-2.84518819483</c:v>
                </c:pt>
                <c:pt idx="176">
                  <c:v>-2.97197582186</c:v>
                </c:pt>
                <c:pt idx="177">
                  <c:v>-3.13925817178</c:v>
                </c:pt>
                <c:pt idx="178">
                  <c:v>-3.13925817178</c:v>
                </c:pt>
                <c:pt idx="179">
                  <c:v>-3.08325667965</c:v>
                </c:pt>
                <c:pt idx="180">
                  <c:v>-3.02219177662</c:v>
                </c:pt>
                <c:pt idx="181">
                  <c:v>-3.02219177662</c:v>
                </c:pt>
                <c:pt idx="182">
                  <c:v>-2.93310373677</c:v>
                </c:pt>
                <c:pt idx="183">
                  <c:v>-2.93310373677</c:v>
                </c:pt>
                <c:pt idx="184">
                  <c:v>-2.93310373677</c:v>
                </c:pt>
                <c:pt idx="185">
                  <c:v>-2.93391271135</c:v>
                </c:pt>
                <c:pt idx="186">
                  <c:v>-2.93391271135</c:v>
                </c:pt>
                <c:pt idx="187">
                  <c:v>-3.01755196439</c:v>
                </c:pt>
                <c:pt idx="188">
                  <c:v>-3.02795288865</c:v>
                </c:pt>
                <c:pt idx="189">
                  <c:v>-3.10025447051</c:v>
                </c:pt>
                <c:pt idx="190">
                  <c:v>-3.10025447051</c:v>
                </c:pt>
                <c:pt idx="191">
                  <c:v>-3.11144322667</c:v>
                </c:pt>
                <c:pt idx="192">
                  <c:v>-3.28166529675</c:v>
                </c:pt>
                <c:pt idx="193">
                  <c:v>-3.40385492338</c:v>
                </c:pt>
                <c:pt idx="194">
                  <c:v>-3.44462364794</c:v>
                </c:pt>
                <c:pt idx="195">
                  <c:v>-3.44462364794</c:v>
                </c:pt>
                <c:pt idx="196">
                  <c:v>-3.40385492338</c:v>
                </c:pt>
                <c:pt idx="197">
                  <c:v>-3.31180483107</c:v>
                </c:pt>
                <c:pt idx="198">
                  <c:v>-3.38555937624</c:v>
                </c:pt>
                <c:pt idx="199">
                  <c:v>-3.38555937624</c:v>
                </c:pt>
                <c:pt idx="200">
                  <c:v>-3.38555937624</c:v>
                </c:pt>
                <c:pt idx="201">
                  <c:v>-3.38555937624</c:v>
                </c:pt>
                <c:pt idx="202">
                  <c:v>-3.38555937624</c:v>
                </c:pt>
                <c:pt idx="203">
                  <c:v>-3.38555937624</c:v>
                </c:pt>
                <c:pt idx="204">
                  <c:v>-3.4197093041</c:v>
                </c:pt>
                <c:pt idx="205">
                  <c:v>-3.4197093041</c:v>
                </c:pt>
                <c:pt idx="206">
                  <c:v>-3.44462364794</c:v>
                </c:pt>
                <c:pt idx="207">
                  <c:v>-3.4197093041</c:v>
                </c:pt>
                <c:pt idx="208">
                  <c:v>-3.34641304452</c:v>
                </c:pt>
                <c:pt idx="209">
                  <c:v>-3.2785449539</c:v>
                </c:pt>
                <c:pt idx="210">
                  <c:v>-3.2785449539</c:v>
                </c:pt>
                <c:pt idx="211">
                  <c:v>-3.083350712</c:v>
                </c:pt>
                <c:pt idx="212">
                  <c:v>-2.95389708898</c:v>
                </c:pt>
                <c:pt idx="213">
                  <c:v>-2.94927086624</c:v>
                </c:pt>
                <c:pt idx="214">
                  <c:v>-2.94927086624</c:v>
                </c:pt>
                <c:pt idx="215">
                  <c:v>-2.9349011805</c:v>
                </c:pt>
                <c:pt idx="216">
                  <c:v>-2.9349011805</c:v>
                </c:pt>
                <c:pt idx="217">
                  <c:v>-2.9349011805</c:v>
                </c:pt>
                <c:pt idx="218">
                  <c:v>-2.9349011805</c:v>
                </c:pt>
                <c:pt idx="219">
                  <c:v>-2.9349011805</c:v>
                </c:pt>
                <c:pt idx="220">
                  <c:v>-2.94978404045</c:v>
                </c:pt>
                <c:pt idx="221">
                  <c:v>-2.94978404045</c:v>
                </c:pt>
                <c:pt idx="222">
                  <c:v>-2.94978404045</c:v>
                </c:pt>
                <c:pt idx="223">
                  <c:v>-2.94978404045</c:v>
                </c:pt>
                <c:pt idx="224">
                  <c:v>-2.94978404045</c:v>
                </c:pt>
                <c:pt idx="225">
                  <c:v>-2.94978404045</c:v>
                </c:pt>
                <c:pt idx="226">
                  <c:v>-2.9349011805</c:v>
                </c:pt>
                <c:pt idx="227">
                  <c:v>-2.94978404045</c:v>
                </c:pt>
                <c:pt idx="228">
                  <c:v>-2.94978404045</c:v>
                </c:pt>
                <c:pt idx="229">
                  <c:v>-2.94978404045</c:v>
                </c:pt>
                <c:pt idx="230">
                  <c:v>-2.95139750042</c:v>
                </c:pt>
                <c:pt idx="231">
                  <c:v>-2.98778555197</c:v>
                </c:pt>
                <c:pt idx="232">
                  <c:v>-3.06061017588</c:v>
                </c:pt>
                <c:pt idx="233">
                  <c:v>-3.15475510971</c:v>
                </c:pt>
                <c:pt idx="234">
                  <c:v>-3.19966134853</c:v>
                </c:pt>
                <c:pt idx="235">
                  <c:v>-3.19966134853</c:v>
                </c:pt>
                <c:pt idx="236">
                  <c:v>-3.19966134853</c:v>
                </c:pt>
                <c:pt idx="237">
                  <c:v>-3.33903435956</c:v>
                </c:pt>
                <c:pt idx="238">
                  <c:v>-3.372753672</c:v>
                </c:pt>
                <c:pt idx="239">
                  <c:v>-3.33903435956</c:v>
                </c:pt>
                <c:pt idx="240">
                  <c:v>-3.33903435956</c:v>
                </c:pt>
                <c:pt idx="241">
                  <c:v>-3.33903435956</c:v>
                </c:pt>
                <c:pt idx="242">
                  <c:v>-3.33903435956</c:v>
                </c:pt>
                <c:pt idx="243">
                  <c:v>-3.32973452775</c:v>
                </c:pt>
                <c:pt idx="244">
                  <c:v>-3.15100319195</c:v>
                </c:pt>
                <c:pt idx="245">
                  <c:v>-3.33525273774</c:v>
                </c:pt>
                <c:pt idx="246">
                  <c:v>-3.33525273774</c:v>
                </c:pt>
                <c:pt idx="247">
                  <c:v>-3.16704307785</c:v>
                </c:pt>
                <c:pt idx="248">
                  <c:v>-3.33525273774</c:v>
                </c:pt>
                <c:pt idx="249">
                  <c:v>-3.33525273774</c:v>
                </c:pt>
                <c:pt idx="250">
                  <c:v>-3.33525273774</c:v>
                </c:pt>
                <c:pt idx="251">
                  <c:v>-3.16704307785</c:v>
                </c:pt>
                <c:pt idx="252">
                  <c:v>-3.10566936136</c:v>
                </c:pt>
                <c:pt idx="253">
                  <c:v>-3.10566936136</c:v>
                </c:pt>
                <c:pt idx="254">
                  <c:v>-3.10566936136</c:v>
                </c:pt>
                <c:pt idx="255">
                  <c:v>-3.23602873871</c:v>
                </c:pt>
                <c:pt idx="256">
                  <c:v>-3.32111621115</c:v>
                </c:pt>
                <c:pt idx="257">
                  <c:v>-3.32111621115</c:v>
                </c:pt>
                <c:pt idx="258">
                  <c:v>-3.23602873871</c:v>
                </c:pt>
                <c:pt idx="259">
                  <c:v>-3.23602873871</c:v>
                </c:pt>
                <c:pt idx="260">
                  <c:v>-3.23602873871</c:v>
                </c:pt>
                <c:pt idx="261">
                  <c:v>-3.20046368413</c:v>
                </c:pt>
                <c:pt idx="262">
                  <c:v>-3.15446989696</c:v>
                </c:pt>
                <c:pt idx="263">
                  <c:v>-3.20046368413</c:v>
                </c:pt>
                <c:pt idx="264">
                  <c:v>-3.20046368413</c:v>
                </c:pt>
                <c:pt idx="265">
                  <c:v>-3.20046368413</c:v>
                </c:pt>
                <c:pt idx="266">
                  <c:v>-3.20046368413</c:v>
                </c:pt>
                <c:pt idx="267">
                  <c:v>-3.27381615001</c:v>
                </c:pt>
                <c:pt idx="268">
                  <c:v>-3.27381615001</c:v>
                </c:pt>
                <c:pt idx="269">
                  <c:v>-3.27381615001</c:v>
                </c:pt>
                <c:pt idx="270">
                  <c:v>-3.32171723254</c:v>
                </c:pt>
                <c:pt idx="271">
                  <c:v>-3.32171723254</c:v>
                </c:pt>
                <c:pt idx="272">
                  <c:v>-3.32171723254</c:v>
                </c:pt>
                <c:pt idx="273">
                  <c:v>-3.27876716561</c:v>
                </c:pt>
                <c:pt idx="274">
                  <c:v>-3.27876716561</c:v>
                </c:pt>
                <c:pt idx="275">
                  <c:v>-3.18554974085</c:v>
                </c:pt>
                <c:pt idx="276">
                  <c:v>-3.04270758736</c:v>
                </c:pt>
                <c:pt idx="277">
                  <c:v>-2.87614630657</c:v>
                </c:pt>
                <c:pt idx="278">
                  <c:v>-2.83942513619</c:v>
                </c:pt>
                <c:pt idx="279">
                  <c:v>-2.83942513619</c:v>
                </c:pt>
                <c:pt idx="280">
                  <c:v>-2.83942513619</c:v>
                </c:pt>
                <c:pt idx="281">
                  <c:v>-2.83942513619</c:v>
                </c:pt>
                <c:pt idx="282">
                  <c:v>-2.80249309438</c:v>
                </c:pt>
                <c:pt idx="283">
                  <c:v>-2.80249309438</c:v>
                </c:pt>
                <c:pt idx="284">
                  <c:v>-2.83942513619</c:v>
                </c:pt>
                <c:pt idx="285">
                  <c:v>-2.83942513619</c:v>
                </c:pt>
                <c:pt idx="286">
                  <c:v>-2.94954985003</c:v>
                </c:pt>
                <c:pt idx="287">
                  <c:v>-2.94954985003</c:v>
                </c:pt>
                <c:pt idx="288">
                  <c:v>-2.94954985003</c:v>
                </c:pt>
                <c:pt idx="289">
                  <c:v>-2.99252191802</c:v>
                </c:pt>
                <c:pt idx="290">
                  <c:v>-2.99252191802</c:v>
                </c:pt>
                <c:pt idx="291">
                  <c:v>-2.99252191802</c:v>
                </c:pt>
                <c:pt idx="292">
                  <c:v>-2.99252191802</c:v>
                </c:pt>
                <c:pt idx="293">
                  <c:v>-2.99252191802</c:v>
                </c:pt>
                <c:pt idx="294">
                  <c:v>-2.99252191802</c:v>
                </c:pt>
                <c:pt idx="295">
                  <c:v>-2.99252191802</c:v>
                </c:pt>
                <c:pt idx="296">
                  <c:v>-3.04109282958</c:v>
                </c:pt>
                <c:pt idx="297">
                  <c:v>-3.08006439949</c:v>
                </c:pt>
                <c:pt idx="298">
                  <c:v>-3.1418164202</c:v>
                </c:pt>
                <c:pt idx="299">
                  <c:v>-3.1418164202</c:v>
                </c:pt>
                <c:pt idx="300">
                  <c:v>-3.08006439949</c:v>
                </c:pt>
                <c:pt idx="301">
                  <c:v>-3.04109282958</c:v>
                </c:pt>
                <c:pt idx="302">
                  <c:v>-3.08006439949</c:v>
                </c:pt>
                <c:pt idx="303">
                  <c:v>-3.12510365237</c:v>
                </c:pt>
                <c:pt idx="304">
                  <c:v>-3.19523045891</c:v>
                </c:pt>
                <c:pt idx="305">
                  <c:v>-3.08840955257</c:v>
                </c:pt>
                <c:pt idx="306">
                  <c:v>-3.02216800608</c:v>
                </c:pt>
                <c:pt idx="307">
                  <c:v>-2.98668325584</c:v>
                </c:pt>
                <c:pt idx="308">
                  <c:v>-2.96405508167</c:v>
                </c:pt>
                <c:pt idx="309">
                  <c:v>-2.98668325584</c:v>
                </c:pt>
                <c:pt idx="310">
                  <c:v>-2.98668325584</c:v>
                </c:pt>
                <c:pt idx="311">
                  <c:v>-3.02216800608</c:v>
                </c:pt>
                <c:pt idx="312">
                  <c:v>-3.02216800608</c:v>
                </c:pt>
                <c:pt idx="313">
                  <c:v>-3.02216800608</c:v>
                </c:pt>
                <c:pt idx="314">
                  <c:v>-3.01919634624</c:v>
                </c:pt>
                <c:pt idx="315">
                  <c:v>-3.01919634624</c:v>
                </c:pt>
                <c:pt idx="316">
                  <c:v>-2.98668325584</c:v>
                </c:pt>
                <c:pt idx="317">
                  <c:v>-2.92393436574</c:v>
                </c:pt>
                <c:pt idx="318">
                  <c:v>-2.90088874521</c:v>
                </c:pt>
                <c:pt idx="319">
                  <c:v>-2.9490524752</c:v>
                </c:pt>
                <c:pt idx="320">
                  <c:v>-2.9490524752</c:v>
                </c:pt>
                <c:pt idx="321">
                  <c:v>-2.90088874521</c:v>
                </c:pt>
                <c:pt idx="322">
                  <c:v>-2.90088874521</c:v>
                </c:pt>
                <c:pt idx="323">
                  <c:v>-2.86698310776</c:v>
                </c:pt>
                <c:pt idx="324">
                  <c:v>-2.86698310776</c:v>
                </c:pt>
                <c:pt idx="325">
                  <c:v>-2.86698310776</c:v>
                </c:pt>
                <c:pt idx="326">
                  <c:v>-2.90088874521</c:v>
                </c:pt>
                <c:pt idx="327">
                  <c:v>-2.90088874521</c:v>
                </c:pt>
                <c:pt idx="328">
                  <c:v>-2.92949679875</c:v>
                </c:pt>
                <c:pt idx="329">
                  <c:v>-2.92949679875</c:v>
                </c:pt>
                <c:pt idx="330">
                  <c:v>-2.92949679875</c:v>
                </c:pt>
                <c:pt idx="331">
                  <c:v>-2.92949679875</c:v>
                </c:pt>
                <c:pt idx="332">
                  <c:v>-2.92949679875</c:v>
                </c:pt>
                <c:pt idx="333">
                  <c:v>-2.92949679875</c:v>
                </c:pt>
                <c:pt idx="334">
                  <c:v>-2.88893473652</c:v>
                </c:pt>
                <c:pt idx="335">
                  <c:v>-2.88893473652</c:v>
                </c:pt>
                <c:pt idx="336">
                  <c:v>-2.90623336518</c:v>
                </c:pt>
                <c:pt idx="337">
                  <c:v>-2.90623336518</c:v>
                </c:pt>
                <c:pt idx="338">
                  <c:v>-2.80166092919</c:v>
                </c:pt>
                <c:pt idx="339">
                  <c:v>-2.80166092919</c:v>
                </c:pt>
                <c:pt idx="340">
                  <c:v>-2.91085605203</c:v>
                </c:pt>
                <c:pt idx="341">
                  <c:v>-2.95401738728</c:v>
                </c:pt>
                <c:pt idx="342">
                  <c:v>-2.91085605203</c:v>
                </c:pt>
                <c:pt idx="343">
                  <c:v>-2.91085605203</c:v>
                </c:pt>
                <c:pt idx="344">
                  <c:v>-2.91085605203</c:v>
                </c:pt>
                <c:pt idx="345">
                  <c:v>-2.95401738728</c:v>
                </c:pt>
                <c:pt idx="346">
                  <c:v>-2.97750144433</c:v>
                </c:pt>
                <c:pt idx="347">
                  <c:v>-2.92944023752</c:v>
                </c:pt>
                <c:pt idx="348">
                  <c:v>-2.92944023752</c:v>
                </c:pt>
                <c:pt idx="349">
                  <c:v>-2.89748346344</c:v>
                </c:pt>
                <c:pt idx="350">
                  <c:v>-2.89748346344</c:v>
                </c:pt>
                <c:pt idx="351">
                  <c:v>-2.85557105035</c:v>
                </c:pt>
                <c:pt idx="352">
                  <c:v>-2.89748346344</c:v>
                </c:pt>
                <c:pt idx="353">
                  <c:v>-2.94195422249</c:v>
                </c:pt>
                <c:pt idx="354">
                  <c:v>-2.94195422249</c:v>
                </c:pt>
                <c:pt idx="355">
                  <c:v>-2.94195422249</c:v>
                </c:pt>
                <c:pt idx="356">
                  <c:v>-2.94195422249</c:v>
                </c:pt>
                <c:pt idx="357">
                  <c:v>-2.94195422249</c:v>
                </c:pt>
                <c:pt idx="358">
                  <c:v>-2.94195422249</c:v>
                </c:pt>
                <c:pt idx="359">
                  <c:v>-2.86384939804</c:v>
                </c:pt>
                <c:pt idx="360">
                  <c:v>-2.75393868453</c:v>
                </c:pt>
                <c:pt idx="361">
                  <c:v>-2.67596949964</c:v>
                </c:pt>
                <c:pt idx="362">
                  <c:v>-2.67596949964</c:v>
                </c:pt>
                <c:pt idx="363">
                  <c:v>-2.63373398581</c:v>
                </c:pt>
                <c:pt idx="364">
                  <c:v>-2.61912904988</c:v>
                </c:pt>
                <c:pt idx="365">
                  <c:v>-2.60617365199</c:v>
                </c:pt>
                <c:pt idx="366">
                  <c:v>-2.60617365199</c:v>
                </c:pt>
                <c:pt idx="367">
                  <c:v>-2.60986004899</c:v>
                </c:pt>
                <c:pt idx="368">
                  <c:v>-2.60986004899</c:v>
                </c:pt>
                <c:pt idx="369">
                  <c:v>-2.60986004899</c:v>
                </c:pt>
                <c:pt idx="370">
                  <c:v>-2.60986004899</c:v>
                </c:pt>
                <c:pt idx="371">
                  <c:v>-2.60673902932</c:v>
                </c:pt>
                <c:pt idx="372">
                  <c:v>-2.59375254721</c:v>
                </c:pt>
                <c:pt idx="373">
                  <c:v>-2.57143110458</c:v>
                </c:pt>
                <c:pt idx="374">
                  <c:v>-2.57143110458</c:v>
                </c:pt>
                <c:pt idx="375">
                  <c:v>-2.57143110458</c:v>
                </c:pt>
                <c:pt idx="376">
                  <c:v>-2.59375254721</c:v>
                </c:pt>
                <c:pt idx="377">
                  <c:v>-2.60673902932</c:v>
                </c:pt>
                <c:pt idx="378">
                  <c:v>-2.60673902932</c:v>
                </c:pt>
                <c:pt idx="379">
                  <c:v>-2.60673902932</c:v>
                </c:pt>
                <c:pt idx="380">
                  <c:v>-2.59733457447</c:v>
                </c:pt>
                <c:pt idx="381">
                  <c:v>-2.6197115585</c:v>
                </c:pt>
                <c:pt idx="382">
                  <c:v>-2.62872488196</c:v>
                </c:pt>
                <c:pt idx="383">
                  <c:v>-2.62872488196</c:v>
                </c:pt>
                <c:pt idx="384">
                  <c:v>-2.61925104364</c:v>
                </c:pt>
                <c:pt idx="385">
                  <c:v>-2.61925104364</c:v>
                </c:pt>
                <c:pt idx="386">
                  <c:v>-2.60589075963</c:v>
                </c:pt>
                <c:pt idx="387">
                  <c:v>-2.60589075963</c:v>
                </c:pt>
                <c:pt idx="388">
                  <c:v>-2.60589075963</c:v>
                </c:pt>
                <c:pt idx="389">
                  <c:v>-2.60589075963</c:v>
                </c:pt>
                <c:pt idx="390">
                  <c:v>-2.60589075963</c:v>
                </c:pt>
                <c:pt idx="391">
                  <c:v>-2.68641852342</c:v>
                </c:pt>
                <c:pt idx="392">
                  <c:v>-2.68641852342</c:v>
                </c:pt>
                <c:pt idx="393">
                  <c:v>-2.68641852342</c:v>
                </c:pt>
                <c:pt idx="394">
                  <c:v>-2.59133901428</c:v>
                </c:pt>
                <c:pt idx="395">
                  <c:v>-2.60168356383</c:v>
                </c:pt>
                <c:pt idx="396">
                  <c:v>-2.56687331115</c:v>
                </c:pt>
                <c:pt idx="397">
                  <c:v>-2.56687331115</c:v>
                </c:pt>
                <c:pt idx="398">
                  <c:v>-2.56687331115</c:v>
                </c:pt>
                <c:pt idx="399">
                  <c:v>-2.56687331115</c:v>
                </c:pt>
                <c:pt idx="400">
                  <c:v>-2.56687331115</c:v>
                </c:pt>
                <c:pt idx="401">
                  <c:v>-2.56687331115</c:v>
                </c:pt>
                <c:pt idx="402">
                  <c:v>-2.56687331115</c:v>
                </c:pt>
                <c:pt idx="403">
                  <c:v>-2.54914050472</c:v>
                </c:pt>
                <c:pt idx="404">
                  <c:v>-2.58660583629</c:v>
                </c:pt>
                <c:pt idx="405">
                  <c:v>-2.58660583629</c:v>
                </c:pt>
                <c:pt idx="406">
                  <c:v>-2.64231297979</c:v>
                </c:pt>
                <c:pt idx="407">
                  <c:v>-2.60949049379</c:v>
                </c:pt>
                <c:pt idx="408">
                  <c:v>-2.60949049379</c:v>
                </c:pt>
                <c:pt idx="409">
                  <c:v>-2.58660583629</c:v>
                </c:pt>
                <c:pt idx="410">
                  <c:v>-2.58539590451</c:v>
                </c:pt>
                <c:pt idx="411">
                  <c:v>-2.57260485228</c:v>
                </c:pt>
                <c:pt idx="412">
                  <c:v>-2.58539590451</c:v>
                </c:pt>
                <c:pt idx="413">
                  <c:v>-2.58539590451</c:v>
                </c:pt>
                <c:pt idx="414">
                  <c:v>-2.59556209144</c:v>
                </c:pt>
                <c:pt idx="415">
                  <c:v>-2.59556209144</c:v>
                </c:pt>
                <c:pt idx="416">
                  <c:v>-2.60949049379</c:v>
                </c:pt>
                <c:pt idx="417">
                  <c:v>-2.59556209144</c:v>
                </c:pt>
                <c:pt idx="418">
                  <c:v>-2.58127412102</c:v>
                </c:pt>
                <c:pt idx="419">
                  <c:v>-2.58127412102</c:v>
                </c:pt>
                <c:pt idx="420">
                  <c:v>-2.58127412102</c:v>
                </c:pt>
                <c:pt idx="421">
                  <c:v>-2.58127412102</c:v>
                </c:pt>
                <c:pt idx="422">
                  <c:v>-2.46209457335</c:v>
                </c:pt>
                <c:pt idx="423">
                  <c:v>-2.46209457335</c:v>
                </c:pt>
                <c:pt idx="424">
                  <c:v>-2.46209457335</c:v>
                </c:pt>
                <c:pt idx="425">
                  <c:v>-2.56956519115</c:v>
                </c:pt>
                <c:pt idx="426">
                  <c:v>-2.56956519115</c:v>
                </c:pt>
                <c:pt idx="427">
                  <c:v>-2.46209457335</c:v>
                </c:pt>
                <c:pt idx="428">
                  <c:v>-2.46209457335</c:v>
                </c:pt>
                <c:pt idx="429">
                  <c:v>-2.46284798862</c:v>
                </c:pt>
                <c:pt idx="430">
                  <c:v>-2.37375740595</c:v>
                </c:pt>
                <c:pt idx="431">
                  <c:v>-2.46284798862</c:v>
                </c:pt>
                <c:pt idx="432">
                  <c:v>-2.46284798862</c:v>
                </c:pt>
                <c:pt idx="433">
                  <c:v>-2.46284798862</c:v>
                </c:pt>
                <c:pt idx="434">
                  <c:v>-2.37375740595</c:v>
                </c:pt>
                <c:pt idx="435">
                  <c:v>-2.45753108782</c:v>
                </c:pt>
                <c:pt idx="436">
                  <c:v>-2.37375740595</c:v>
                </c:pt>
                <c:pt idx="437">
                  <c:v>-2.37375740595</c:v>
                </c:pt>
                <c:pt idx="438">
                  <c:v>-2.37375740595</c:v>
                </c:pt>
                <c:pt idx="439">
                  <c:v>-2.37375740595</c:v>
                </c:pt>
                <c:pt idx="440">
                  <c:v>-2.37375740595</c:v>
                </c:pt>
                <c:pt idx="441">
                  <c:v>-2.37375740595</c:v>
                </c:pt>
                <c:pt idx="442">
                  <c:v>-2.36390377352</c:v>
                </c:pt>
                <c:pt idx="443">
                  <c:v>-2.29875298418</c:v>
                </c:pt>
                <c:pt idx="444">
                  <c:v>-2.29875298418</c:v>
                </c:pt>
                <c:pt idx="445">
                  <c:v>-2.29875298418</c:v>
                </c:pt>
                <c:pt idx="446">
                  <c:v>-2.29479537942</c:v>
                </c:pt>
                <c:pt idx="447">
                  <c:v>-2.29479537942</c:v>
                </c:pt>
                <c:pt idx="448">
                  <c:v>-2.29479537942</c:v>
                </c:pt>
                <c:pt idx="449">
                  <c:v>-2.29479537942</c:v>
                </c:pt>
                <c:pt idx="450">
                  <c:v>-2.29479537942</c:v>
                </c:pt>
                <c:pt idx="451">
                  <c:v>-2.22491409952</c:v>
                </c:pt>
                <c:pt idx="452">
                  <c:v>-2.18147786081</c:v>
                </c:pt>
                <c:pt idx="453">
                  <c:v>-2.22421491515</c:v>
                </c:pt>
                <c:pt idx="454">
                  <c:v>-2.24665372244</c:v>
                </c:pt>
                <c:pt idx="455">
                  <c:v>-2.24665372244</c:v>
                </c:pt>
                <c:pt idx="456">
                  <c:v>-2.22421491515</c:v>
                </c:pt>
                <c:pt idx="457">
                  <c:v>-2.24665372244</c:v>
                </c:pt>
                <c:pt idx="458">
                  <c:v>-2.29479537942</c:v>
                </c:pt>
                <c:pt idx="459">
                  <c:v>-2.35384905145</c:v>
                </c:pt>
                <c:pt idx="460">
                  <c:v>-2.35384905145</c:v>
                </c:pt>
                <c:pt idx="461">
                  <c:v>-2.35384905145</c:v>
                </c:pt>
                <c:pt idx="462">
                  <c:v>-2.35384905145</c:v>
                </c:pt>
                <c:pt idx="463">
                  <c:v>-2.35384905145</c:v>
                </c:pt>
                <c:pt idx="464">
                  <c:v>-2.35384905145</c:v>
                </c:pt>
                <c:pt idx="465">
                  <c:v>-2.29412241149</c:v>
                </c:pt>
                <c:pt idx="466">
                  <c:v>-2.24605131822</c:v>
                </c:pt>
                <c:pt idx="467">
                  <c:v>-2.29401555846</c:v>
                </c:pt>
                <c:pt idx="468">
                  <c:v>-2.29401555846</c:v>
                </c:pt>
                <c:pt idx="469">
                  <c:v>-2.24605131822</c:v>
                </c:pt>
                <c:pt idx="470">
                  <c:v>-2.24605131822</c:v>
                </c:pt>
                <c:pt idx="471">
                  <c:v>-2.29401555846</c:v>
                </c:pt>
                <c:pt idx="472">
                  <c:v>-2.29401555846</c:v>
                </c:pt>
                <c:pt idx="473">
                  <c:v>-2.33886629614</c:v>
                </c:pt>
                <c:pt idx="474">
                  <c:v>-2.28613503382</c:v>
                </c:pt>
                <c:pt idx="475">
                  <c:v>-2.2359282864</c:v>
                </c:pt>
                <c:pt idx="476">
                  <c:v>-2.2359282864</c:v>
                </c:pt>
                <c:pt idx="477">
                  <c:v>-2.2359282864</c:v>
                </c:pt>
                <c:pt idx="478">
                  <c:v>-2.2359282864</c:v>
                </c:pt>
                <c:pt idx="479">
                  <c:v>-2.21830297867</c:v>
                </c:pt>
                <c:pt idx="480">
                  <c:v>-2.2359282864</c:v>
                </c:pt>
                <c:pt idx="481">
                  <c:v>-2.2359282864</c:v>
                </c:pt>
                <c:pt idx="482">
                  <c:v>-2.28540795375</c:v>
                </c:pt>
                <c:pt idx="483">
                  <c:v>-2.32933244608</c:v>
                </c:pt>
                <c:pt idx="484">
                  <c:v>-2.28540795375</c:v>
                </c:pt>
                <c:pt idx="485">
                  <c:v>-2.27419527632</c:v>
                </c:pt>
                <c:pt idx="486">
                  <c:v>-2.26570328014</c:v>
                </c:pt>
                <c:pt idx="487">
                  <c:v>-2.20813679301</c:v>
                </c:pt>
                <c:pt idx="488">
                  <c:v>-2.20813679301</c:v>
                </c:pt>
                <c:pt idx="489">
                  <c:v>-2.18221138587</c:v>
                </c:pt>
                <c:pt idx="490">
                  <c:v>-2.18221138587</c:v>
                </c:pt>
                <c:pt idx="491">
                  <c:v>-2.18221138587</c:v>
                </c:pt>
                <c:pt idx="492">
                  <c:v>-2.1965475269</c:v>
                </c:pt>
                <c:pt idx="493">
                  <c:v>-2.1965475269</c:v>
                </c:pt>
                <c:pt idx="494">
                  <c:v>-2.1965475269</c:v>
                </c:pt>
                <c:pt idx="495">
                  <c:v>-2.1965475269</c:v>
                </c:pt>
                <c:pt idx="496">
                  <c:v>-2.25810165446</c:v>
                </c:pt>
                <c:pt idx="497">
                  <c:v>-2.1965475269</c:v>
                </c:pt>
                <c:pt idx="498">
                  <c:v>-2.1690058813</c:v>
                </c:pt>
                <c:pt idx="499">
                  <c:v>-2.1690058813</c:v>
                </c:pt>
                <c:pt idx="500">
                  <c:v>-2.14213645163</c:v>
                </c:pt>
                <c:pt idx="501">
                  <c:v>-2.14075766879</c:v>
                </c:pt>
                <c:pt idx="502">
                  <c:v>-2.12742578364</c:v>
                </c:pt>
                <c:pt idx="503">
                  <c:v>-2.1139114102</c:v>
                </c:pt>
                <c:pt idx="504">
                  <c:v>-2.12742578364</c:v>
                </c:pt>
                <c:pt idx="505">
                  <c:v>-2.12742578364</c:v>
                </c:pt>
                <c:pt idx="506">
                  <c:v>-2.11976813311</c:v>
                </c:pt>
                <c:pt idx="507">
                  <c:v>-2.11976813311</c:v>
                </c:pt>
                <c:pt idx="508">
                  <c:v>-2.09364775114</c:v>
                </c:pt>
                <c:pt idx="509">
                  <c:v>-2.09364775114</c:v>
                </c:pt>
                <c:pt idx="510">
                  <c:v>-2.0854706045</c:v>
                </c:pt>
                <c:pt idx="511">
                  <c:v>-2.00680816034</c:v>
                </c:pt>
                <c:pt idx="512">
                  <c:v>-2.00680816034</c:v>
                </c:pt>
                <c:pt idx="513">
                  <c:v>-2.00680816034</c:v>
                </c:pt>
                <c:pt idx="514">
                  <c:v>-2.08449909445</c:v>
                </c:pt>
                <c:pt idx="515">
                  <c:v>-2.08449909445</c:v>
                </c:pt>
                <c:pt idx="516">
                  <c:v>-2.00680816034</c:v>
                </c:pt>
                <c:pt idx="517">
                  <c:v>-2.08449909445</c:v>
                </c:pt>
                <c:pt idx="518">
                  <c:v>-2.08449909445</c:v>
                </c:pt>
                <c:pt idx="519">
                  <c:v>-2.00680816034</c:v>
                </c:pt>
                <c:pt idx="520">
                  <c:v>-1.95128024396</c:v>
                </c:pt>
                <c:pt idx="521">
                  <c:v>-1.91203754854</c:v>
                </c:pt>
                <c:pt idx="522">
                  <c:v>-1.91203754854</c:v>
                </c:pt>
                <c:pt idx="523">
                  <c:v>-1.95128024396</c:v>
                </c:pt>
                <c:pt idx="524">
                  <c:v>-1.95128024396</c:v>
                </c:pt>
                <c:pt idx="525">
                  <c:v>-2.00603253564</c:v>
                </c:pt>
                <c:pt idx="526">
                  <c:v>-2.00603253564</c:v>
                </c:pt>
                <c:pt idx="527">
                  <c:v>-2.00603253564</c:v>
                </c:pt>
                <c:pt idx="528">
                  <c:v>-2.0835716954</c:v>
                </c:pt>
                <c:pt idx="529">
                  <c:v>-2.00166166616</c:v>
                </c:pt>
                <c:pt idx="530">
                  <c:v>-2.00166166616</c:v>
                </c:pt>
                <c:pt idx="531">
                  <c:v>-2.00166166616</c:v>
                </c:pt>
                <c:pt idx="532">
                  <c:v>-1.93814398847</c:v>
                </c:pt>
                <c:pt idx="533">
                  <c:v>-1.86838231537</c:v>
                </c:pt>
                <c:pt idx="534">
                  <c:v>-1.79050049157</c:v>
                </c:pt>
                <c:pt idx="535">
                  <c:v>-1.86838231537</c:v>
                </c:pt>
                <c:pt idx="536">
                  <c:v>-1.86838231537</c:v>
                </c:pt>
                <c:pt idx="537">
                  <c:v>-1.79050049157</c:v>
                </c:pt>
                <c:pt idx="538">
                  <c:v>-1.65515799857</c:v>
                </c:pt>
                <c:pt idx="539">
                  <c:v>-1.79050049157</c:v>
                </c:pt>
                <c:pt idx="540">
                  <c:v>-1.79050049157</c:v>
                </c:pt>
                <c:pt idx="541">
                  <c:v>-1.79050049157</c:v>
                </c:pt>
                <c:pt idx="542">
                  <c:v>-1.79050049157</c:v>
                </c:pt>
                <c:pt idx="543">
                  <c:v>-1.76256532091</c:v>
                </c:pt>
                <c:pt idx="544">
                  <c:v>-1.76256532091</c:v>
                </c:pt>
                <c:pt idx="545">
                  <c:v>-1.6515948599</c:v>
                </c:pt>
                <c:pt idx="546">
                  <c:v>-1.64337070013</c:v>
                </c:pt>
                <c:pt idx="547">
                  <c:v>-1.64337070013</c:v>
                </c:pt>
                <c:pt idx="548">
                  <c:v>-1.55071652706</c:v>
                </c:pt>
                <c:pt idx="549">
                  <c:v>-1.64337070013</c:v>
                </c:pt>
                <c:pt idx="550">
                  <c:v>-1.64337070013</c:v>
                </c:pt>
                <c:pt idx="551">
                  <c:v>-1.66731184269</c:v>
                </c:pt>
                <c:pt idx="552">
                  <c:v>-1.5861441007</c:v>
                </c:pt>
                <c:pt idx="553">
                  <c:v>-1.60040359818</c:v>
                </c:pt>
                <c:pt idx="554">
                  <c:v>-1.60040359818</c:v>
                </c:pt>
                <c:pt idx="555">
                  <c:v>-1.60040359818</c:v>
                </c:pt>
                <c:pt idx="556">
                  <c:v>-1.60040359818</c:v>
                </c:pt>
                <c:pt idx="557">
                  <c:v>-1.66624128042</c:v>
                </c:pt>
                <c:pt idx="558">
                  <c:v>-1.66624128042</c:v>
                </c:pt>
                <c:pt idx="559">
                  <c:v>-1.60040359818</c:v>
                </c:pt>
                <c:pt idx="560">
                  <c:v>-1.56731290516</c:v>
                </c:pt>
                <c:pt idx="561">
                  <c:v>-1.60040359818</c:v>
                </c:pt>
                <c:pt idx="562">
                  <c:v>-1.56731290516</c:v>
                </c:pt>
                <c:pt idx="563">
                  <c:v>-1.5418477905</c:v>
                </c:pt>
                <c:pt idx="564">
                  <c:v>-1.53857374105</c:v>
                </c:pt>
                <c:pt idx="565">
                  <c:v>-1.5418477905</c:v>
                </c:pt>
                <c:pt idx="566">
                  <c:v>-1.53857374105</c:v>
                </c:pt>
                <c:pt idx="567">
                  <c:v>-1.53857374105</c:v>
                </c:pt>
                <c:pt idx="568">
                  <c:v>-1.5418477905</c:v>
                </c:pt>
                <c:pt idx="569">
                  <c:v>-1.5418477905</c:v>
                </c:pt>
                <c:pt idx="570">
                  <c:v>-1.5418477905</c:v>
                </c:pt>
                <c:pt idx="571">
                  <c:v>-1.53665167604</c:v>
                </c:pt>
                <c:pt idx="572">
                  <c:v>-1.53710243506</c:v>
                </c:pt>
                <c:pt idx="573">
                  <c:v>-1.45534443943</c:v>
                </c:pt>
                <c:pt idx="574">
                  <c:v>-1.53710243506</c:v>
                </c:pt>
                <c:pt idx="575">
                  <c:v>-1.45534443943</c:v>
                </c:pt>
                <c:pt idx="576">
                  <c:v>-1.37696899056</c:v>
                </c:pt>
                <c:pt idx="577">
                  <c:v>-1.37696899056</c:v>
                </c:pt>
                <c:pt idx="578">
                  <c:v>-1.37696899056</c:v>
                </c:pt>
                <c:pt idx="579">
                  <c:v>-1.37643844343</c:v>
                </c:pt>
                <c:pt idx="580">
                  <c:v>-1.37643844343</c:v>
                </c:pt>
                <c:pt idx="581">
                  <c:v>-1.37643844343</c:v>
                </c:pt>
                <c:pt idx="582">
                  <c:v>-1.37643844343</c:v>
                </c:pt>
                <c:pt idx="583">
                  <c:v>-1.45534443943</c:v>
                </c:pt>
                <c:pt idx="584">
                  <c:v>-1.50490379489</c:v>
                </c:pt>
                <c:pt idx="585">
                  <c:v>-1.43254939395</c:v>
                </c:pt>
                <c:pt idx="586">
                  <c:v>-1.34222936861</c:v>
                </c:pt>
                <c:pt idx="587">
                  <c:v>-1.20583299536</c:v>
                </c:pt>
                <c:pt idx="588">
                  <c:v>-1.20583299536</c:v>
                </c:pt>
                <c:pt idx="589">
                  <c:v>-1.20583299536</c:v>
                </c:pt>
                <c:pt idx="590">
                  <c:v>-1.20583299536</c:v>
                </c:pt>
                <c:pt idx="591">
                  <c:v>-1.20583299536</c:v>
                </c:pt>
                <c:pt idx="592">
                  <c:v>-1.1591071576</c:v>
                </c:pt>
                <c:pt idx="593">
                  <c:v>-1.1591071576</c:v>
                </c:pt>
                <c:pt idx="594">
                  <c:v>-1.1591071576</c:v>
                </c:pt>
                <c:pt idx="595">
                  <c:v>-1.1591071576</c:v>
                </c:pt>
                <c:pt idx="596">
                  <c:v>-1.18506258294</c:v>
                </c:pt>
                <c:pt idx="597">
                  <c:v>-1.18506258294</c:v>
                </c:pt>
                <c:pt idx="598">
                  <c:v>-1.2347406736</c:v>
                </c:pt>
                <c:pt idx="599">
                  <c:v>-1.23802618498</c:v>
                </c:pt>
                <c:pt idx="600">
                  <c:v>-1.25413896365</c:v>
                </c:pt>
                <c:pt idx="601">
                  <c:v>-1.23802618498</c:v>
                </c:pt>
                <c:pt idx="602">
                  <c:v>-1.23802618498</c:v>
                </c:pt>
                <c:pt idx="603">
                  <c:v>-1.2347406736</c:v>
                </c:pt>
                <c:pt idx="604">
                  <c:v>-1.2347406736</c:v>
                </c:pt>
                <c:pt idx="605">
                  <c:v>-1.23802618498</c:v>
                </c:pt>
                <c:pt idx="606">
                  <c:v>-1.2540379541</c:v>
                </c:pt>
                <c:pt idx="607">
                  <c:v>-1.29411352232</c:v>
                </c:pt>
                <c:pt idx="608">
                  <c:v>-1.28204242883</c:v>
                </c:pt>
                <c:pt idx="609">
                  <c:v>-1.28204242883</c:v>
                </c:pt>
                <c:pt idx="610">
                  <c:v>-1.28204242883</c:v>
                </c:pt>
                <c:pt idx="611">
                  <c:v>-1.2540379541</c:v>
                </c:pt>
                <c:pt idx="612">
                  <c:v>-1.28204242883</c:v>
                </c:pt>
                <c:pt idx="613">
                  <c:v>-1.35469735462</c:v>
                </c:pt>
                <c:pt idx="614">
                  <c:v>-1.43378061556</c:v>
                </c:pt>
                <c:pt idx="615">
                  <c:v>-1.44818069478</c:v>
                </c:pt>
                <c:pt idx="616">
                  <c:v>-1.49252779811</c:v>
                </c:pt>
                <c:pt idx="617">
                  <c:v>-1.44818069478</c:v>
                </c:pt>
                <c:pt idx="618">
                  <c:v>-1.43378061556</c:v>
                </c:pt>
                <c:pt idx="619">
                  <c:v>-1.381199637</c:v>
                </c:pt>
                <c:pt idx="620">
                  <c:v>-1.43378061556</c:v>
                </c:pt>
                <c:pt idx="621">
                  <c:v>-1.44818069478</c:v>
                </c:pt>
                <c:pt idx="622">
                  <c:v>-1.49252779811</c:v>
                </c:pt>
                <c:pt idx="623">
                  <c:v>-1.49252779811</c:v>
                </c:pt>
                <c:pt idx="624">
                  <c:v>-1.49095224146</c:v>
                </c:pt>
                <c:pt idx="625">
                  <c:v>-1.49095224146</c:v>
                </c:pt>
                <c:pt idx="626">
                  <c:v>-1.53242853285</c:v>
                </c:pt>
                <c:pt idx="627">
                  <c:v>-1.55936722161</c:v>
                </c:pt>
                <c:pt idx="628">
                  <c:v>-1.55936722161</c:v>
                </c:pt>
                <c:pt idx="629">
                  <c:v>-1.55936722161</c:v>
                </c:pt>
                <c:pt idx="630">
                  <c:v>-1.60015896052</c:v>
                </c:pt>
                <c:pt idx="631">
                  <c:v>-1.63611746321</c:v>
                </c:pt>
                <c:pt idx="632">
                  <c:v>-1.63611746321</c:v>
                </c:pt>
                <c:pt idx="633">
                  <c:v>-1.63611746321</c:v>
                </c:pt>
                <c:pt idx="634">
                  <c:v>-1.60015896052</c:v>
                </c:pt>
                <c:pt idx="635">
                  <c:v>-1.55753008028</c:v>
                </c:pt>
                <c:pt idx="636">
                  <c:v>-1.55753008028</c:v>
                </c:pt>
                <c:pt idx="637">
                  <c:v>-1.57100389253</c:v>
                </c:pt>
                <c:pt idx="638">
                  <c:v>-1.57527151838</c:v>
                </c:pt>
                <c:pt idx="639">
                  <c:v>-1.60015896052</c:v>
                </c:pt>
                <c:pt idx="640">
                  <c:v>-1.59156637067</c:v>
                </c:pt>
                <c:pt idx="641">
                  <c:v>-1.56715304338</c:v>
                </c:pt>
                <c:pt idx="642">
                  <c:v>-1.56051681358</c:v>
                </c:pt>
                <c:pt idx="643">
                  <c:v>-1.56051681358</c:v>
                </c:pt>
                <c:pt idx="644">
                  <c:v>-1.56715304338</c:v>
                </c:pt>
                <c:pt idx="645">
                  <c:v>-1.56715304338</c:v>
                </c:pt>
                <c:pt idx="646">
                  <c:v>-1.56051681358</c:v>
                </c:pt>
                <c:pt idx="647">
                  <c:v>-1.46342630484</c:v>
                </c:pt>
                <c:pt idx="648">
                  <c:v>-1.56051681358</c:v>
                </c:pt>
                <c:pt idx="649">
                  <c:v>-1.56051681358</c:v>
                </c:pt>
                <c:pt idx="650">
                  <c:v>-1.56051681358</c:v>
                </c:pt>
                <c:pt idx="651">
                  <c:v>-1.51271604031</c:v>
                </c:pt>
                <c:pt idx="652">
                  <c:v>-1.56051681358</c:v>
                </c:pt>
                <c:pt idx="653">
                  <c:v>-1.56051681358</c:v>
                </c:pt>
                <c:pt idx="654">
                  <c:v>-1.56051681358</c:v>
                </c:pt>
                <c:pt idx="655">
                  <c:v>-1.56479803855</c:v>
                </c:pt>
                <c:pt idx="656">
                  <c:v>-1.56051681358</c:v>
                </c:pt>
                <c:pt idx="657">
                  <c:v>-1.51644536113</c:v>
                </c:pt>
                <c:pt idx="658">
                  <c:v>-1.51654908193</c:v>
                </c:pt>
                <c:pt idx="659">
                  <c:v>-1.51654908193</c:v>
                </c:pt>
                <c:pt idx="660">
                  <c:v>-1.51654908193</c:v>
                </c:pt>
                <c:pt idx="661">
                  <c:v>-1.51654908193</c:v>
                </c:pt>
                <c:pt idx="662">
                  <c:v>-1.52971509145</c:v>
                </c:pt>
                <c:pt idx="663">
                  <c:v>-1.63792577753</c:v>
                </c:pt>
                <c:pt idx="664">
                  <c:v>-1.63792577753</c:v>
                </c:pt>
                <c:pt idx="665">
                  <c:v>-1.52971509145</c:v>
                </c:pt>
                <c:pt idx="666">
                  <c:v>-1.58880880369</c:v>
                </c:pt>
                <c:pt idx="667">
                  <c:v>-1.58880880369</c:v>
                </c:pt>
                <c:pt idx="668">
                  <c:v>-1.52971509145</c:v>
                </c:pt>
                <c:pt idx="669">
                  <c:v>-1.52971509145</c:v>
                </c:pt>
                <c:pt idx="670">
                  <c:v>-1.52961484696</c:v>
                </c:pt>
                <c:pt idx="671">
                  <c:v>-1.58869394948</c:v>
                </c:pt>
                <c:pt idx="672">
                  <c:v>-1.52961484696</c:v>
                </c:pt>
                <c:pt idx="673">
                  <c:v>-1.52961484696</c:v>
                </c:pt>
                <c:pt idx="674">
                  <c:v>-1.52961484696</c:v>
                </c:pt>
                <c:pt idx="675">
                  <c:v>-1.49139676588</c:v>
                </c:pt>
                <c:pt idx="676">
                  <c:v>-1.51440381567</c:v>
                </c:pt>
                <c:pt idx="677">
                  <c:v>-1.51992678134</c:v>
                </c:pt>
                <c:pt idx="678">
                  <c:v>-1.51992678134</c:v>
                </c:pt>
                <c:pt idx="679">
                  <c:v>-1.50246298308</c:v>
                </c:pt>
                <c:pt idx="680">
                  <c:v>-1.50246298308</c:v>
                </c:pt>
                <c:pt idx="681">
                  <c:v>-1.50246298308</c:v>
                </c:pt>
                <c:pt idx="682">
                  <c:v>-1.49663303843</c:v>
                </c:pt>
                <c:pt idx="683">
                  <c:v>-1.49663303843</c:v>
                </c:pt>
                <c:pt idx="684">
                  <c:v>-1.49663303843</c:v>
                </c:pt>
                <c:pt idx="685">
                  <c:v>-1.51992678134</c:v>
                </c:pt>
                <c:pt idx="686">
                  <c:v>-1.49663303843</c:v>
                </c:pt>
                <c:pt idx="687">
                  <c:v>-1.46892035784</c:v>
                </c:pt>
                <c:pt idx="688">
                  <c:v>-1.51992678134</c:v>
                </c:pt>
                <c:pt idx="689">
                  <c:v>-1.51992678134</c:v>
                </c:pt>
                <c:pt idx="690">
                  <c:v>-1.46892035784</c:v>
                </c:pt>
                <c:pt idx="691">
                  <c:v>-1.41425558639</c:v>
                </c:pt>
                <c:pt idx="692">
                  <c:v>-1.41425558639</c:v>
                </c:pt>
                <c:pt idx="693">
                  <c:v>-1.44363593077</c:v>
                </c:pt>
                <c:pt idx="694">
                  <c:v>-1.44363593077</c:v>
                </c:pt>
                <c:pt idx="695">
                  <c:v>-1.44363593077</c:v>
                </c:pt>
                <c:pt idx="696">
                  <c:v>-1.41425558639</c:v>
                </c:pt>
                <c:pt idx="697">
                  <c:v>-1.3778332843</c:v>
                </c:pt>
                <c:pt idx="698">
                  <c:v>-1.3778332843</c:v>
                </c:pt>
                <c:pt idx="699">
                  <c:v>-1.35868412165</c:v>
                </c:pt>
                <c:pt idx="700">
                  <c:v>-1.34018909265</c:v>
                </c:pt>
                <c:pt idx="701">
                  <c:v>-1.34018909265</c:v>
                </c:pt>
                <c:pt idx="702">
                  <c:v>-1.35868412165</c:v>
                </c:pt>
                <c:pt idx="703">
                  <c:v>-1.35868412165</c:v>
                </c:pt>
                <c:pt idx="704">
                  <c:v>-1.3520906747</c:v>
                </c:pt>
                <c:pt idx="705">
                  <c:v>-1.33540153996</c:v>
                </c:pt>
                <c:pt idx="706">
                  <c:v>-1.3520906747</c:v>
                </c:pt>
                <c:pt idx="707">
                  <c:v>-1.35868412165</c:v>
                </c:pt>
                <c:pt idx="708">
                  <c:v>-1.35868412165</c:v>
                </c:pt>
                <c:pt idx="709">
                  <c:v>-1.35868412165</c:v>
                </c:pt>
                <c:pt idx="710">
                  <c:v>-1.35868412165</c:v>
                </c:pt>
                <c:pt idx="711">
                  <c:v>-1.36565421238</c:v>
                </c:pt>
                <c:pt idx="712">
                  <c:v>-1.36565421238</c:v>
                </c:pt>
                <c:pt idx="713">
                  <c:v>-1.35368947402</c:v>
                </c:pt>
                <c:pt idx="714">
                  <c:v>-1.35895491055</c:v>
                </c:pt>
                <c:pt idx="715">
                  <c:v>-1.35895491055</c:v>
                </c:pt>
                <c:pt idx="716">
                  <c:v>-1.35895491055</c:v>
                </c:pt>
                <c:pt idx="717">
                  <c:v>-1.35895491055</c:v>
                </c:pt>
                <c:pt idx="718">
                  <c:v>-1.33399191932</c:v>
                </c:pt>
                <c:pt idx="719">
                  <c:v>-1.33399191932</c:v>
                </c:pt>
                <c:pt idx="720">
                  <c:v>-1.33399191932</c:v>
                </c:pt>
                <c:pt idx="721">
                  <c:v>-1.30841118066</c:v>
                </c:pt>
                <c:pt idx="722">
                  <c:v>-1.30841118066</c:v>
                </c:pt>
                <c:pt idx="723">
                  <c:v>-1.30841118066</c:v>
                </c:pt>
                <c:pt idx="724">
                  <c:v>-1.30841118066</c:v>
                </c:pt>
                <c:pt idx="725">
                  <c:v>-1.32691240719</c:v>
                </c:pt>
                <c:pt idx="726">
                  <c:v>-1.32691240719</c:v>
                </c:pt>
                <c:pt idx="727">
                  <c:v>-1.30841118066</c:v>
                </c:pt>
                <c:pt idx="728">
                  <c:v>-1.30841118066</c:v>
                </c:pt>
                <c:pt idx="729">
                  <c:v>-1.28635461542</c:v>
                </c:pt>
                <c:pt idx="730">
                  <c:v>-1.30841118066</c:v>
                </c:pt>
                <c:pt idx="731">
                  <c:v>-1.30841118066</c:v>
                </c:pt>
                <c:pt idx="732">
                  <c:v>-1.32691240719</c:v>
                </c:pt>
                <c:pt idx="733">
                  <c:v>-1.32691240719</c:v>
                </c:pt>
                <c:pt idx="734">
                  <c:v>-1.30841118066</c:v>
                </c:pt>
                <c:pt idx="735">
                  <c:v>-1.28635461542</c:v>
                </c:pt>
                <c:pt idx="736">
                  <c:v>-1.30894280596</c:v>
                </c:pt>
                <c:pt idx="737">
                  <c:v>-1.30894280596</c:v>
                </c:pt>
                <c:pt idx="738">
                  <c:v>-1.30894280596</c:v>
                </c:pt>
                <c:pt idx="739">
                  <c:v>-1.30894280596</c:v>
                </c:pt>
                <c:pt idx="740">
                  <c:v>-1.32746718419</c:v>
                </c:pt>
              </c:numCache>
            </c:numRef>
          </c:yVal>
          <c:smooth val="0"/>
        </c:ser>
        <c:dLbls>
          <c:showLegendKey val="0"/>
          <c:showVal val="0"/>
          <c:showCatName val="0"/>
          <c:showSerName val="0"/>
          <c:showPercent val="0"/>
          <c:showBubbleSize val="0"/>
        </c:dLbls>
        <c:axId val="48650112"/>
        <c:axId val="48672768"/>
      </c:scatterChart>
      <c:valAx>
        <c:axId val="48650112"/>
        <c:scaling>
          <c:orientation val="minMax"/>
          <c:max val="500"/>
          <c:min val="0"/>
        </c:scaling>
        <c:delete val="0"/>
        <c:axPos val="b"/>
        <c:numFmt formatCode="General" sourceLinked="1"/>
        <c:majorTickMark val="none"/>
        <c:minorTickMark val="none"/>
        <c:tickLblPos val="low"/>
        <c:spPr>
          <a:ln w="9525">
            <a:solidFill>
              <a:srgbClr val="D4D4D4"/>
            </a:solidFill>
            <a:prstDash val="solid"/>
            <a:round/>
          </a:ln>
        </c:spPr>
        <c:txPr>
          <a:bodyPr rot="-60000000" spcFirstLastPara="0" vertOverflow="ellipsis" vert="horz" wrap="square" anchor="ctr" anchorCtr="1"/>
          <a:lstStyle/>
          <a:p>
            <a:pPr>
              <a:defRPr lang="zh-CN" sz="1275" b="0" i="0" u="none" strike="noStrike" kern="1200" baseline="0">
                <a:solidFill>
                  <a:srgbClr val="666666"/>
                </a:solidFill>
                <a:latin typeface="微软雅黑" panose="020B0503020204020204" charset="-122"/>
                <a:ea typeface="微软雅黑" panose="020B0503020204020204" charset="-122"/>
                <a:cs typeface="微软雅黑" panose="020B0503020204020204" charset="-122"/>
              </a:defRPr>
            </a:pPr>
          </a:p>
        </c:txPr>
        <c:crossAx val="48672768"/>
        <c:crosses val="autoZero"/>
        <c:crossBetween val="midCat"/>
        <c:majorUnit val="100"/>
      </c:valAx>
      <c:valAx>
        <c:axId val="48672768"/>
        <c:scaling>
          <c:orientation val="minMax"/>
          <c:max val="0"/>
          <c:min val="-5"/>
        </c:scaling>
        <c:delete val="0"/>
        <c:axPos val="l"/>
        <c:majorGridlines>
          <c:spPr>
            <a:ln w="9525">
              <a:solidFill>
                <a:srgbClr val="DFE6EB"/>
              </a:solidFill>
              <a:prstDash val="solid"/>
              <a:round/>
            </a:ln>
          </c:spPr>
        </c:majorGridlines>
        <c:numFmt formatCode="0" sourceLinked="1"/>
        <c:majorTickMark val="none"/>
        <c:minorTickMark val="none"/>
        <c:tickLblPos val="nextTo"/>
        <c:spPr>
          <a:ln w="9525">
            <a:solidFill>
              <a:srgbClr val="D4D4D4"/>
            </a:solidFill>
            <a:prstDash val="solid"/>
            <a:round/>
          </a:ln>
        </c:spPr>
        <c:txPr>
          <a:bodyPr rot="-60000000" spcFirstLastPara="0" vertOverflow="ellipsis" vert="horz" wrap="square" anchor="ctr" anchorCtr="1"/>
          <a:lstStyle/>
          <a:p>
            <a:pPr>
              <a:defRPr lang="zh-CN" sz="1275" b="0" i="0" u="none" strike="noStrike" kern="1200" baseline="0">
                <a:solidFill>
                  <a:srgbClr val="666666"/>
                </a:solidFill>
                <a:latin typeface="微软雅黑" panose="020B0503020204020204" charset="-122"/>
                <a:ea typeface="微软雅黑" panose="020B0503020204020204" charset="-122"/>
                <a:cs typeface="微软雅黑" panose="020B0503020204020204" charset="-122"/>
              </a:defRPr>
            </a:pPr>
          </a:p>
        </c:txPr>
        <c:crossAx val="48650112"/>
        <c:crosses val="autoZero"/>
        <c:crossBetween val="midCat"/>
        <c:majorUnit val="1"/>
      </c:valAx>
      <c:spPr>
        <a:solidFill>
          <a:srgbClr val="FFFFFF"/>
        </a:solidFill>
        <a:ln w="0">
          <a:noFill/>
        </a:ln>
      </c:spPr>
    </c:plotArea>
    <c:plotVisOnly val="1"/>
    <c:dispBlanksAs val="gap"/>
    <c:showDLblsOverMax val="0"/>
    <c:extLst>
      <c:ext uri="{0b15fc19-7d7d-44ad-8c2d-2c3a37ce22c3}">
        <chartProps xmlns="https://web.wps.cn/et/2018/main" chartId="{ef331b9f-d36c-4e9b-83aa-5695fbf95dd0}"/>
      </c:ext>
    </c:extLst>
  </c:chart>
  <c:spPr>
    <a:solidFill>
      <a:srgbClr val="FFFFFF"/>
    </a:solidFill>
    <a:ln w="0">
      <a:noFill/>
    </a:ln>
  </c:spPr>
  <c:txPr>
    <a:bodyPr/>
    <a:lstStyle/>
    <a:p>
      <a:pPr>
        <a:defRPr lang="zh-CN"/>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strRef>
              <c:f>'Chart Data'!$B$1</c:f>
              <c:strCache>
                <c:ptCount val="1"/>
                <c:pt idx="0">
                  <c:v>50局开发均分</c:v>
                </c:pt>
              </c:strCache>
            </c:strRef>
          </c:tx>
          <c:spPr>
            <a:solidFill>
              <a:srgbClr val="065980"/>
            </a:solidFill>
          </c:spPr>
          <c:invertIfNegative val="0"/>
          <c:dPt>
            <c:idx val="0"/>
            <c:invertIfNegative val="0"/>
            <c:bubble3D val="0"/>
            <c:spPr>
              <a:solidFill>
                <a:srgbClr val="287F77"/>
              </a:solidFill>
            </c:spPr>
          </c:dPt>
          <c:dPt>
            <c:idx val="1"/>
            <c:invertIfNegative val="0"/>
            <c:bubble3D val="0"/>
            <c:spPr>
              <a:solidFill>
                <a:srgbClr val="5D6975"/>
              </a:solidFill>
            </c:spPr>
          </c:dPt>
          <c:dPt>
            <c:idx val="2"/>
            <c:invertIfNegative val="0"/>
            <c:bubble3D val="0"/>
            <c:spPr>
              <a:solidFill>
                <a:srgbClr val="065980"/>
              </a:solidFill>
            </c:spPr>
          </c:dPt>
          <c:dLbls>
            <c:numFmt formatCode="0.00" sourceLinked="0"/>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solidFill>
                    <a:latin typeface="+mn-lt"/>
                    <a:ea typeface="+mn-ea"/>
                    <a:cs typeface="+mn-cs"/>
                  </a:defRPr>
                </a:pPr>
              </a:p>
            </c:txPr>
            <c:dLblPos val="ctr"/>
            <c:showLegendKey val="0"/>
            <c:showVal val="1"/>
            <c:showCatName val="0"/>
            <c:showSerName val="0"/>
            <c:showPercent val="0"/>
            <c:showBubbleSize val="0"/>
            <c:showLeaderLines val="0"/>
            <c:extLst>
              <c:ext xmlns:c15="http://schemas.microsoft.com/office/drawing/2012/chart" uri="{CE6537A1-D6FC-4f65-9D91-7224C49458BB}">
                <c15:layout/>
                <c15:showLeaderLines val="0"/>
                <c15:leaderLines/>
              </c:ext>
            </c:extLst>
          </c:dLbls>
          <c:cat>
            <c:strRef>
              <c:f>'Chart Data'!$A$2:$A$4</c:f>
              <c:strCache>
                <c:ptCount val="3"/>
                <c:pt idx="0">
                  <c:v>起点</c:v>
                </c:pt>
                <c:pt idx="1">
                  <c:v>三步终点</c:v>
                </c:pt>
                <c:pt idx="2">
                  <c:v>一步终点</c:v>
                </c:pt>
              </c:strCache>
            </c:strRef>
          </c:cat>
          <c:val>
            <c:numRef>
              <c:f>'Chart Data'!$B$2:$B$4</c:f>
              <c:numCache>
                <c:formatCode>General</c:formatCode>
                <c:ptCount val="3"/>
                <c:pt idx="0">
                  <c:v>283.48</c:v>
                </c:pt>
                <c:pt idx="1">
                  <c:v>187.78</c:v>
                </c:pt>
                <c:pt idx="2">
                  <c:v>216.94</c:v>
                </c:pt>
              </c:numCache>
            </c:numRef>
          </c:val>
        </c:ser>
        <c:dLbls>
          <c:showLegendKey val="0"/>
          <c:showVal val="1"/>
          <c:showCatName val="0"/>
          <c:showSerName val="0"/>
          <c:showPercent val="0"/>
          <c:showBubbleSize val="0"/>
        </c:dLbls>
        <c:gapWidth val="60"/>
        <c:axId val="48650112"/>
        <c:axId val="48672768"/>
      </c:barChart>
      <c:catAx>
        <c:axId val="48650112"/>
        <c:scaling>
          <c:orientation val="minMax"/>
        </c:scaling>
        <c:delete val="0"/>
        <c:axPos val="l"/>
        <c:numFmt formatCode="General" sourceLinked="1"/>
        <c:majorTickMark val="none"/>
        <c:minorTickMark val="none"/>
        <c:tickLblPos val="nextTo"/>
        <c:spPr>
          <a:ln w="9525">
            <a:solidFill>
              <a:srgbClr val="D4D4D4"/>
            </a:solidFill>
            <a:prstDash val="solid"/>
            <a:round/>
          </a:ln>
        </c:spPr>
        <c:txPr>
          <a:bodyPr rot="-60000000" spcFirstLastPara="0" vertOverflow="ellipsis" vert="horz" wrap="square" anchor="ctr" anchorCtr="1"/>
          <a:lstStyle/>
          <a:p>
            <a:pPr>
              <a:defRPr lang="zh-CN" sz="1350" b="0" i="0" u="none" strike="noStrike" kern="1200" baseline="0">
                <a:solidFill>
                  <a:srgbClr val="666666"/>
                </a:solidFill>
                <a:latin typeface="微软雅黑" panose="020B0503020204020204" charset="-122"/>
                <a:ea typeface="微软雅黑" panose="020B0503020204020204" charset="-122"/>
                <a:cs typeface="微软雅黑" panose="020B0503020204020204" charset="-122"/>
              </a:defRPr>
            </a:pPr>
          </a:p>
        </c:txPr>
        <c:crossAx val="48672768"/>
        <c:crosses val="autoZero"/>
        <c:auto val="1"/>
        <c:lblAlgn val="ctr"/>
        <c:lblOffset val="100"/>
        <c:noMultiLvlLbl val="0"/>
      </c:catAx>
      <c:valAx>
        <c:axId val="48672768"/>
        <c:scaling>
          <c:orientation val="minMax"/>
          <c:max val="340"/>
          <c:min val="0"/>
        </c:scaling>
        <c:delete val="1"/>
        <c:axPos val="b"/>
        <c:numFmt formatCode="General" sourceLinked="1"/>
        <c:majorTickMark val="none"/>
        <c:minorTickMark val="none"/>
        <c:tickLblPos val="nextTo"/>
        <c:txPr>
          <a:bodyPr rot="-60000000" spcFirstLastPara="0" vertOverflow="ellipsis" vert="horz" wrap="square" anchor="ctr" anchorCtr="1"/>
          <a:lstStyle/>
          <a:p>
            <a:pPr>
              <a:defRPr lang="zh-CN" sz="1000" b="0" i="0" u="none" strike="noStrike" kern="1200" baseline="0">
                <a:solidFill>
                  <a:srgbClr val="666666"/>
                </a:solidFill>
                <a:latin typeface="微软雅黑" panose="020B0503020204020204" charset="-122"/>
                <a:ea typeface="微软雅黑" panose="020B0503020204020204" charset="-122"/>
                <a:cs typeface="微软雅黑" panose="020B0503020204020204" charset="-122"/>
              </a:defRPr>
            </a:pPr>
          </a:p>
        </c:txPr>
        <c:crossAx val="48650112"/>
        <c:crosses val="autoZero"/>
        <c:crossBetween val="between"/>
      </c:valAx>
      <c:spPr>
        <a:solidFill>
          <a:srgbClr val="FFFFFF"/>
        </a:solidFill>
        <a:ln w="0">
          <a:noFill/>
        </a:ln>
      </c:spPr>
    </c:plotArea>
    <c:plotVisOnly val="1"/>
    <c:dispBlanksAs val="gap"/>
    <c:showDLblsOverMax val="0"/>
    <c:extLst>
      <c:ext uri="{0b15fc19-7d7d-44ad-8c2d-2c3a37ce22c3}">
        <chartProps xmlns="https://web.wps.cn/et/2018/main" chartId="{f713d9bf-78b4-40cb-8231-65503de4ae38}"/>
      </c:ext>
    </c:extLst>
  </c:chart>
  <c:spPr>
    <a:solidFill>
      <a:srgbClr val="FFFFFF"/>
    </a:solidFill>
    <a:ln w="0">
      <a:noFill/>
    </a:ln>
  </c:spPr>
  <c:txPr>
    <a:bodyPr/>
    <a:lstStyle/>
    <a:p>
      <a:pPr>
        <a:defRPr lang="zh-CN"/>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'Chart Data'!$B$1</c:f>
              <c:strCache>
                <c:ptCount val="1"/>
                <c:pt idx="0">
                  <c:v>最佳模型</c:v>
                </c:pt>
              </c:strCache>
            </c:strRef>
          </c:tx>
          <c:spPr>
            <a:ln w="21908" cap="rnd">
              <a:solidFill>
                <a:srgbClr val="065980"/>
              </a:solidFill>
              <a:prstDash val="solid"/>
              <a:round/>
            </a:ln>
          </c:spPr>
          <c:marker>
            <c:symbol val="circle"/>
            <c:size val="4"/>
            <c:spPr>
              <a:solidFill>
                <a:srgbClr val="065980"/>
              </a:solidFill>
              <a:ln w="9525">
                <a:solidFill>
                  <a:srgbClr val="065980"/>
                </a:solidFill>
                <a:prstDash val="solid"/>
                <a:round/>
              </a:ln>
            </c:spPr>
          </c:marker>
          <c:dLbls>
            <c:delete val="1"/>
          </c:dLbls>
          <c:cat>
            <c:numRef>
              <c:f>'Chart Data'!$A$2:$A$31</c:f>
              <c:numCache>
                <c:formatCode>General</c:formatCode>
                <c:ptCount val="30"/>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numCache>
            </c:numRef>
          </c:cat>
          <c:val>
            <c:numRef>
              <c:f>'Chart Data'!$B$2:$B$31</c:f>
              <c:numCache>
                <c:formatCode>General</c:formatCode>
                <c:ptCount val="30"/>
                <c:pt idx="0">
                  <c:v>294</c:v>
                </c:pt>
                <c:pt idx="1">
                  <c:v>147</c:v>
                </c:pt>
                <c:pt idx="2">
                  <c:v>258</c:v>
                </c:pt>
                <c:pt idx="3">
                  <c:v>390</c:v>
                </c:pt>
                <c:pt idx="4">
                  <c:v>84</c:v>
                </c:pt>
                <c:pt idx="5">
                  <c:v>248</c:v>
                </c:pt>
                <c:pt idx="6">
                  <c:v>294</c:v>
                </c:pt>
                <c:pt idx="7">
                  <c:v>277</c:v>
                </c:pt>
                <c:pt idx="8">
                  <c:v>298</c:v>
                </c:pt>
                <c:pt idx="9">
                  <c:v>264</c:v>
                </c:pt>
                <c:pt idx="10">
                  <c:v>425</c:v>
                </c:pt>
                <c:pt idx="11">
                  <c:v>323</c:v>
                </c:pt>
                <c:pt idx="12">
                  <c:v>428</c:v>
                </c:pt>
                <c:pt idx="13">
                  <c:v>272</c:v>
                </c:pt>
                <c:pt idx="14">
                  <c:v>409</c:v>
                </c:pt>
                <c:pt idx="15">
                  <c:v>62</c:v>
                </c:pt>
                <c:pt idx="16">
                  <c:v>207</c:v>
                </c:pt>
                <c:pt idx="17">
                  <c:v>239</c:v>
                </c:pt>
                <c:pt idx="18">
                  <c:v>256</c:v>
                </c:pt>
                <c:pt idx="19">
                  <c:v>246</c:v>
                </c:pt>
                <c:pt idx="20">
                  <c:v>188</c:v>
                </c:pt>
                <c:pt idx="21">
                  <c:v>251</c:v>
                </c:pt>
                <c:pt idx="22">
                  <c:v>320</c:v>
                </c:pt>
                <c:pt idx="23">
                  <c:v>36</c:v>
                </c:pt>
                <c:pt idx="24">
                  <c:v>216</c:v>
                </c:pt>
                <c:pt idx="25">
                  <c:v>208</c:v>
                </c:pt>
                <c:pt idx="26">
                  <c:v>379</c:v>
                </c:pt>
                <c:pt idx="27">
                  <c:v>115</c:v>
                </c:pt>
                <c:pt idx="28">
                  <c:v>230</c:v>
                </c:pt>
                <c:pt idx="29">
                  <c:v>444</c:v>
                </c:pt>
              </c:numCache>
            </c:numRef>
          </c:val>
          <c:smooth val="0"/>
        </c:ser>
        <c:ser>
          <c:idx val="1"/>
          <c:order val="1"/>
          <c:tx>
            <c:strRef>
              <c:f>'Chart Data'!$D$1</c:f>
              <c:strCache>
                <c:ptCount val="1"/>
                <c:pt idx="0">
                  <c:v>最终模型</c:v>
                </c:pt>
              </c:strCache>
            </c:strRef>
          </c:tx>
          <c:spPr>
            <a:ln w="19050" cap="rnd">
              <a:solidFill>
                <a:srgbClr val="98A5AE"/>
              </a:solidFill>
              <a:prstDash val="solid"/>
              <a:round/>
            </a:ln>
          </c:spPr>
          <c:marker>
            <c:symbol val="circle"/>
            <c:size val="4"/>
            <c:spPr>
              <a:solidFill>
                <a:srgbClr val="98A5AE"/>
              </a:solidFill>
              <a:ln w="9525">
                <a:solidFill>
                  <a:srgbClr val="98A5AE"/>
                </a:solidFill>
                <a:prstDash val="solid"/>
                <a:round/>
              </a:ln>
            </c:spPr>
          </c:marker>
          <c:dLbls>
            <c:delete val="1"/>
          </c:dLbls>
          <c:cat>
            <c:numRef>
              <c:f>'Chart Data'!$C$2:$C$31</c:f>
              <c:numCache>
                <c:formatCode>General</c:formatCode>
                <c:ptCount val="30"/>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numCache>
            </c:numRef>
          </c:cat>
          <c:val>
            <c:numRef>
              <c:f>'Chart Data'!$D$2:$D$31</c:f>
              <c:numCache>
                <c:formatCode>General</c:formatCode>
                <c:ptCount val="30"/>
                <c:pt idx="0">
                  <c:v>30</c:v>
                </c:pt>
                <c:pt idx="1">
                  <c:v>345</c:v>
                </c:pt>
                <c:pt idx="2">
                  <c:v>74</c:v>
                </c:pt>
                <c:pt idx="3">
                  <c:v>98</c:v>
                </c:pt>
                <c:pt idx="4">
                  <c:v>3</c:v>
                </c:pt>
                <c:pt idx="5">
                  <c:v>207</c:v>
                </c:pt>
                <c:pt idx="6">
                  <c:v>193</c:v>
                </c:pt>
                <c:pt idx="7">
                  <c:v>194</c:v>
                </c:pt>
                <c:pt idx="8">
                  <c:v>94</c:v>
                </c:pt>
                <c:pt idx="9">
                  <c:v>20</c:v>
                </c:pt>
                <c:pt idx="10">
                  <c:v>152</c:v>
                </c:pt>
                <c:pt idx="11">
                  <c:v>134</c:v>
                </c:pt>
                <c:pt idx="12">
                  <c:v>194</c:v>
                </c:pt>
                <c:pt idx="13">
                  <c:v>281</c:v>
                </c:pt>
                <c:pt idx="14">
                  <c:v>89</c:v>
                </c:pt>
                <c:pt idx="15">
                  <c:v>57</c:v>
                </c:pt>
                <c:pt idx="16">
                  <c:v>33</c:v>
                </c:pt>
                <c:pt idx="17">
                  <c:v>196</c:v>
                </c:pt>
                <c:pt idx="18">
                  <c:v>175</c:v>
                </c:pt>
                <c:pt idx="19">
                  <c:v>19</c:v>
                </c:pt>
                <c:pt idx="20">
                  <c:v>34</c:v>
                </c:pt>
                <c:pt idx="21">
                  <c:v>73</c:v>
                </c:pt>
                <c:pt idx="22">
                  <c:v>45</c:v>
                </c:pt>
                <c:pt idx="23">
                  <c:v>14</c:v>
                </c:pt>
                <c:pt idx="24">
                  <c:v>105</c:v>
                </c:pt>
                <c:pt idx="25">
                  <c:v>159</c:v>
                </c:pt>
                <c:pt idx="26">
                  <c:v>131</c:v>
                </c:pt>
                <c:pt idx="27">
                  <c:v>22</c:v>
                </c:pt>
                <c:pt idx="28">
                  <c:v>194</c:v>
                </c:pt>
                <c:pt idx="29">
                  <c:v>307</c:v>
                </c:pt>
              </c:numCache>
            </c:numRef>
          </c:val>
          <c:smooth val="0"/>
        </c:ser>
        <c:dLbls>
          <c:showLegendKey val="0"/>
          <c:showVal val="0"/>
          <c:showCatName val="0"/>
          <c:showSerName val="0"/>
          <c:showPercent val="0"/>
          <c:showBubbleSize val="0"/>
        </c:dLbls>
        <c:marker val="1"/>
        <c:smooth val="0"/>
        <c:axId val="48650112"/>
        <c:axId val="48672768"/>
      </c:lineChart>
      <c:catAx>
        <c:axId val="48650112"/>
        <c:scaling>
          <c:orientation val="minMax"/>
        </c:scaling>
        <c:delete val="0"/>
        <c:axPos val="b"/>
        <c:numFmt formatCode="General" sourceLinked="1"/>
        <c:majorTickMark val="none"/>
        <c:minorTickMark val="none"/>
        <c:tickLblPos val="nextTo"/>
        <c:spPr>
          <a:ln w="9525">
            <a:solidFill>
              <a:srgbClr val="C9D6DF"/>
            </a:solidFill>
            <a:prstDash val="solid"/>
            <a:round/>
          </a:ln>
        </c:spPr>
        <c:txPr>
          <a:bodyPr rot="-60000000" spcFirstLastPara="0" vertOverflow="ellipsis" vert="horz" wrap="square" anchor="ctr" anchorCtr="1"/>
          <a:lstStyle/>
          <a:p>
            <a:pPr>
              <a:defRPr lang="zh-CN" sz="1275" b="0" i="0" u="none" strike="noStrike" kern="1200" baseline="0">
                <a:solidFill>
                  <a:srgbClr val="5D6975"/>
                </a:solidFill>
                <a:latin typeface="微软雅黑" panose="020B0503020204020204" charset="-122"/>
                <a:ea typeface="微软雅黑" panose="020B0503020204020204" charset="-122"/>
                <a:cs typeface="微软雅黑" panose="020B0503020204020204" charset="-122"/>
              </a:defRPr>
            </a:pPr>
          </a:p>
        </c:txPr>
        <c:crossAx val="48672768"/>
        <c:crosses val="autoZero"/>
        <c:auto val="1"/>
        <c:lblAlgn val="ctr"/>
        <c:lblOffset val="100"/>
        <c:tickLblSkip val="2"/>
        <c:tickMarkSkip val="2"/>
        <c:noMultiLvlLbl val="0"/>
      </c:catAx>
      <c:valAx>
        <c:axId val="48672768"/>
        <c:scaling>
          <c:orientation val="minMax"/>
          <c:max val="500"/>
          <c:min val="0"/>
        </c:scaling>
        <c:delete val="0"/>
        <c:axPos val="l"/>
        <c:majorGridlines>
          <c:spPr>
            <a:ln w="9525">
              <a:solidFill>
                <a:srgbClr val="DFE6EB"/>
              </a:solidFill>
              <a:prstDash val="solid"/>
              <a:round/>
            </a:ln>
          </c:spPr>
        </c:majorGridlines>
        <c:numFmt formatCode="General" sourceLinked="1"/>
        <c:majorTickMark val="none"/>
        <c:minorTickMark val="none"/>
        <c:tickLblPos val="nextTo"/>
        <c:spPr>
          <a:ln w="9525">
            <a:solidFill>
              <a:srgbClr val="D4D4D4"/>
            </a:solidFill>
            <a:prstDash val="solid"/>
            <a:round/>
          </a:ln>
        </c:spPr>
        <c:txPr>
          <a:bodyPr rot="-60000000" spcFirstLastPara="0" vertOverflow="ellipsis" vert="horz" wrap="square" anchor="ctr" anchorCtr="1"/>
          <a:lstStyle/>
          <a:p>
            <a:pPr>
              <a:defRPr lang="zh-CN" sz="1350" b="0" i="0" u="none" strike="noStrike" kern="1200" baseline="0">
                <a:solidFill>
                  <a:srgbClr val="666666"/>
                </a:solidFill>
                <a:latin typeface="微软雅黑" panose="020B0503020204020204" charset="-122"/>
                <a:ea typeface="微软雅黑" panose="020B0503020204020204" charset="-122"/>
                <a:cs typeface="微软雅黑" panose="020B0503020204020204" charset="-122"/>
              </a:defRPr>
            </a:pPr>
          </a:p>
        </c:txPr>
        <c:crossAx val="48650112"/>
        <c:crosses val="autoZero"/>
        <c:crossBetween val="between"/>
        <c:majorUnit val="100"/>
      </c:valAx>
      <c:spPr>
        <a:solidFill>
          <a:srgbClr val="FFFFFF"/>
        </a:solidFill>
        <a:ln w="0">
          <a:noFill/>
        </a:ln>
      </c:spPr>
    </c:plotArea>
    <c:legend>
      <c:legendPos val="b"/>
      <c:layout/>
      <c:overlay val="0"/>
      <c:txPr>
        <a:bodyPr rot="0" spcFirstLastPara="0" vertOverflow="ellipsis" vert="horz" wrap="square" anchor="ctr" anchorCtr="1"/>
        <a:lstStyle/>
        <a:p>
          <a:pPr>
            <a:defRPr lang="zh-CN" sz="1350" b="0" i="0" u="none" strike="noStrike" kern="1200" baseline="0">
              <a:solidFill>
                <a:schemeClr val="tx1"/>
              </a:solidFill>
              <a:latin typeface="微软雅黑" panose="020B0503020204020204" charset="-122"/>
              <a:ea typeface="微软雅黑" panose="020B0503020204020204" charset="-122"/>
              <a:cs typeface="微软雅黑" panose="020B0503020204020204" charset="-122"/>
            </a:defRPr>
          </a:pPr>
        </a:p>
      </c:txPr>
    </c:legend>
    <c:plotVisOnly val="1"/>
    <c:dispBlanksAs val="gap"/>
    <c:showDLblsOverMax val="0"/>
    <c:extLst>
      <c:ext uri="{0b15fc19-7d7d-44ad-8c2d-2c3a37ce22c3}">
        <chartProps xmlns="https://web.wps.cn/et/2018/main" chartId="{f4a9e3e2-6019-4540-a4c4-5849b0eccd64}"/>
      </c:ext>
    </c:extLst>
  </c:chart>
  <c:spPr>
    <a:solidFill>
      <a:srgbClr val="FFFFFF"/>
    </a:solidFill>
    <a:ln w="0">
      <a:noFill/>
    </a:ln>
  </c:spPr>
  <c:txPr>
    <a:bodyPr/>
    <a:lstStyle/>
    <a:p>
      <a:pPr>
        <a:defRPr lang="zh-CN"/>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'Chart Data'!$B$1</c:f>
              <c:strCache>
                <c:ptCount val="1"/>
                <c:pt idx="0">
                  <c:v>最佳减最终</c:v>
                </c:pt>
              </c:strCache>
            </c:strRef>
          </c:tx>
          <c:spPr>
            <a:solidFill>
              <a:srgbClr val="065980"/>
            </a:solidFill>
          </c:spPr>
          <c:invertIfNegative val="0"/>
          <c:dPt>
            <c:idx val="0"/>
            <c:invertIfNegative val="0"/>
            <c:bubble3D val="0"/>
            <c:spPr>
              <a:solidFill>
                <a:srgbClr val="AF5845"/>
              </a:solidFill>
            </c:spPr>
          </c:dPt>
          <c:dPt>
            <c:idx val="1"/>
            <c:invertIfNegative val="0"/>
            <c:bubble3D val="0"/>
            <c:spPr>
              <a:solidFill>
                <a:srgbClr val="AF5845"/>
              </a:solidFill>
            </c:spPr>
          </c:dPt>
          <c:dPt>
            <c:idx val="2"/>
            <c:invertIfNegative val="0"/>
            <c:bubble3D val="0"/>
            <c:spPr>
              <a:solidFill>
                <a:srgbClr val="065980"/>
              </a:solidFill>
            </c:spPr>
          </c:dPt>
          <c:dPt>
            <c:idx val="3"/>
            <c:invertIfNegative val="0"/>
            <c:bubble3D val="0"/>
            <c:spPr>
              <a:solidFill>
                <a:srgbClr val="065980"/>
              </a:solidFill>
            </c:spPr>
          </c:dPt>
          <c:dPt>
            <c:idx val="4"/>
            <c:invertIfNegative val="0"/>
            <c:bubble3D val="0"/>
            <c:spPr>
              <a:solidFill>
                <a:srgbClr val="065980"/>
              </a:solidFill>
            </c:spPr>
          </c:dPt>
          <c:dPt>
            <c:idx val="5"/>
            <c:invertIfNegative val="0"/>
            <c:bubble3D val="0"/>
            <c:spPr>
              <a:solidFill>
                <a:srgbClr val="065980"/>
              </a:solidFill>
            </c:spPr>
          </c:dPt>
          <c:dPt>
            <c:idx val="6"/>
            <c:invertIfNegative val="0"/>
            <c:bubble3D val="0"/>
            <c:spPr>
              <a:solidFill>
                <a:srgbClr val="065980"/>
              </a:solidFill>
            </c:spPr>
          </c:dPt>
          <c:dPt>
            <c:idx val="7"/>
            <c:invertIfNegative val="0"/>
            <c:bubble3D val="0"/>
            <c:spPr>
              <a:solidFill>
                <a:srgbClr val="065980"/>
              </a:solidFill>
            </c:spPr>
          </c:dPt>
          <c:dPt>
            <c:idx val="8"/>
            <c:invertIfNegative val="0"/>
            <c:bubble3D val="0"/>
            <c:spPr>
              <a:solidFill>
                <a:srgbClr val="065980"/>
              </a:solidFill>
            </c:spPr>
          </c:dPt>
          <c:dPt>
            <c:idx val="9"/>
            <c:invertIfNegative val="0"/>
            <c:bubble3D val="0"/>
            <c:spPr>
              <a:solidFill>
                <a:srgbClr val="065980"/>
              </a:solidFill>
            </c:spPr>
          </c:dPt>
          <c:dPt>
            <c:idx val="10"/>
            <c:invertIfNegative val="0"/>
            <c:bubble3D val="0"/>
            <c:spPr>
              <a:solidFill>
                <a:srgbClr val="065980"/>
              </a:solidFill>
            </c:spPr>
          </c:dPt>
          <c:dPt>
            <c:idx val="11"/>
            <c:invertIfNegative val="0"/>
            <c:bubble3D val="0"/>
            <c:spPr>
              <a:solidFill>
                <a:srgbClr val="065980"/>
              </a:solidFill>
            </c:spPr>
          </c:dPt>
          <c:dPt>
            <c:idx val="12"/>
            <c:invertIfNegative val="0"/>
            <c:bubble3D val="0"/>
            <c:spPr>
              <a:solidFill>
                <a:srgbClr val="065980"/>
              </a:solidFill>
            </c:spPr>
          </c:dPt>
          <c:dPt>
            <c:idx val="13"/>
            <c:invertIfNegative val="0"/>
            <c:bubble3D val="0"/>
            <c:spPr>
              <a:solidFill>
                <a:srgbClr val="065980"/>
              </a:solidFill>
            </c:spPr>
          </c:dPt>
          <c:dPt>
            <c:idx val="14"/>
            <c:invertIfNegative val="0"/>
            <c:bubble3D val="0"/>
            <c:spPr>
              <a:solidFill>
                <a:srgbClr val="065980"/>
              </a:solidFill>
            </c:spPr>
          </c:dPt>
          <c:dPt>
            <c:idx val="15"/>
            <c:invertIfNegative val="0"/>
            <c:bubble3D val="0"/>
            <c:spPr>
              <a:solidFill>
                <a:srgbClr val="065980"/>
              </a:solidFill>
            </c:spPr>
          </c:dPt>
          <c:dPt>
            <c:idx val="16"/>
            <c:invertIfNegative val="0"/>
            <c:bubble3D val="0"/>
            <c:spPr>
              <a:solidFill>
                <a:srgbClr val="065980"/>
              </a:solidFill>
            </c:spPr>
          </c:dPt>
          <c:dPt>
            <c:idx val="17"/>
            <c:invertIfNegative val="0"/>
            <c:bubble3D val="0"/>
            <c:spPr>
              <a:solidFill>
                <a:srgbClr val="065980"/>
              </a:solidFill>
            </c:spPr>
          </c:dPt>
          <c:dPt>
            <c:idx val="18"/>
            <c:invertIfNegative val="0"/>
            <c:bubble3D val="0"/>
            <c:spPr>
              <a:solidFill>
                <a:srgbClr val="065980"/>
              </a:solidFill>
            </c:spPr>
          </c:dPt>
          <c:dPt>
            <c:idx val="19"/>
            <c:invertIfNegative val="0"/>
            <c:bubble3D val="0"/>
            <c:spPr>
              <a:solidFill>
                <a:srgbClr val="065980"/>
              </a:solidFill>
            </c:spPr>
          </c:dPt>
          <c:dPt>
            <c:idx val="20"/>
            <c:invertIfNegative val="0"/>
            <c:bubble3D val="0"/>
            <c:spPr>
              <a:solidFill>
                <a:srgbClr val="065980"/>
              </a:solidFill>
            </c:spPr>
          </c:dPt>
          <c:dPt>
            <c:idx val="21"/>
            <c:invertIfNegative val="0"/>
            <c:bubble3D val="0"/>
            <c:spPr>
              <a:solidFill>
                <a:srgbClr val="065980"/>
              </a:solidFill>
            </c:spPr>
          </c:dPt>
          <c:dPt>
            <c:idx val="22"/>
            <c:invertIfNegative val="0"/>
            <c:bubble3D val="0"/>
            <c:spPr>
              <a:solidFill>
                <a:srgbClr val="065980"/>
              </a:solidFill>
            </c:spPr>
          </c:dPt>
          <c:dPt>
            <c:idx val="23"/>
            <c:invertIfNegative val="0"/>
            <c:bubble3D val="0"/>
            <c:spPr>
              <a:solidFill>
                <a:srgbClr val="065980"/>
              </a:solidFill>
            </c:spPr>
          </c:dPt>
          <c:dPt>
            <c:idx val="24"/>
            <c:invertIfNegative val="0"/>
            <c:bubble3D val="0"/>
            <c:spPr>
              <a:solidFill>
                <a:srgbClr val="065980"/>
              </a:solidFill>
            </c:spPr>
          </c:dPt>
          <c:dPt>
            <c:idx val="25"/>
            <c:invertIfNegative val="0"/>
            <c:bubble3D val="0"/>
            <c:spPr>
              <a:solidFill>
                <a:srgbClr val="065980"/>
              </a:solidFill>
            </c:spPr>
          </c:dPt>
          <c:dPt>
            <c:idx val="26"/>
            <c:invertIfNegative val="0"/>
            <c:bubble3D val="0"/>
            <c:spPr>
              <a:solidFill>
                <a:srgbClr val="065980"/>
              </a:solidFill>
            </c:spPr>
          </c:dPt>
          <c:dPt>
            <c:idx val="27"/>
            <c:invertIfNegative val="0"/>
            <c:bubble3D val="0"/>
            <c:spPr>
              <a:solidFill>
                <a:srgbClr val="065980"/>
              </a:solidFill>
            </c:spPr>
          </c:dPt>
          <c:dPt>
            <c:idx val="28"/>
            <c:invertIfNegative val="0"/>
            <c:bubble3D val="0"/>
            <c:spPr>
              <a:solidFill>
                <a:srgbClr val="065980"/>
              </a:solidFill>
            </c:spPr>
          </c:dPt>
          <c:dPt>
            <c:idx val="29"/>
            <c:invertIfNegative val="0"/>
            <c:bubble3D val="0"/>
            <c:spPr>
              <a:solidFill>
                <a:srgbClr val="065980"/>
              </a:solidFill>
            </c:spPr>
          </c:dPt>
          <c:dLbls>
            <c:delete val="1"/>
          </c:dLbls>
          <c:cat>
            <c:numRef>
              <c:f>'Chart Data'!$A$2:$A$31</c:f>
              <c:numCache>
                <c:formatCode>General</c:formatCode>
                <c:ptCount val="30"/>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numCache>
            </c:numRef>
          </c:cat>
          <c:val>
            <c:numRef>
              <c:f>'Chart Data'!$B$2:$B$31</c:f>
              <c:numCache>
                <c:formatCode>General</c:formatCode>
                <c:ptCount val="30"/>
                <c:pt idx="0">
                  <c:v>-198</c:v>
                </c:pt>
                <c:pt idx="1">
                  <c:v>-9</c:v>
                </c:pt>
                <c:pt idx="2">
                  <c:v>5</c:v>
                </c:pt>
                <c:pt idx="3">
                  <c:v>22</c:v>
                </c:pt>
                <c:pt idx="4">
                  <c:v>36</c:v>
                </c:pt>
                <c:pt idx="5">
                  <c:v>41</c:v>
                </c:pt>
                <c:pt idx="6">
                  <c:v>43</c:v>
                </c:pt>
                <c:pt idx="7">
                  <c:v>49</c:v>
                </c:pt>
                <c:pt idx="8">
                  <c:v>81</c:v>
                </c:pt>
                <c:pt idx="9">
                  <c:v>81</c:v>
                </c:pt>
                <c:pt idx="10">
                  <c:v>83</c:v>
                </c:pt>
                <c:pt idx="11">
                  <c:v>93</c:v>
                </c:pt>
                <c:pt idx="12">
                  <c:v>101</c:v>
                </c:pt>
                <c:pt idx="13">
                  <c:v>111</c:v>
                </c:pt>
                <c:pt idx="14">
                  <c:v>137</c:v>
                </c:pt>
                <c:pt idx="15">
                  <c:v>154</c:v>
                </c:pt>
                <c:pt idx="16">
                  <c:v>174</c:v>
                </c:pt>
                <c:pt idx="17">
                  <c:v>178</c:v>
                </c:pt>
                <c:pt idx="18">
                  <c:v>184</c:v>
                </c:pt>
                <c:pt idx="19">
                  <c:v>189</c:v>
                </c:pt>
                <c:pt idx="20">
                  <c:v>204</c:v>
                </c:pt>
                <c:pt idx="21">
                  <c:v>227</c:v>
                </c:pt>
                <c:pt idx="22">
                  <c:v>234</c:v>
                </c:pt>
                <c:pt idx="23">
                  <c:v>244</c:v>
                </c:pt>
                <c:pt idx="24">
                  <c:v>248</c:v>
                </c:pt>
                <c:pt idx="25">
                  <c:v>264</c:v>
                </c:pt>
                <c:pt idx="26">
                  <c:v>273</c:v>
                </c:pt>
                <c:pt idx="27">
                  <c:v>275</c:v>
                </c:pt>
                <c:pt idx="28">
                  <c:v>292</c:v>
                </c:pt>
                <c:pt idx="29">
                  <c:v>320</c:v>
                </c:pt>
              </c:numCache>
            </c:numRef>
          </c:val>
        </c:ser>
        <c:dLbls>
          <c:showLegendKey val="0"/>
          <c:showVal val="0"/>
          <c:showCatName val="0"/>
          <c:showSerName val="0"/>
          <c:showPercent val="0"/>
          <c:showBubbleSize val="0"/>
        </c:dLbls>
        <c:gapWidth val="40"/>
        <c:axId val="48650112"/>
        <c:axId val="48672768"/>
      </c:barChart>
      <c:catAx>
        <c:axId val="48650112"/>
        <c:scaling>
          <c:orientation val="minMax"/>
        </c:scaling>
        <c:delete val="0"/>
        <c:axPos val="b"/>
        <c:numFmt formatCode="General" sourceLinked="1"/>
        <c:majorTickMark val="none"/>
        <c:minorTickMark val="none"/>
        <c:tickLblPos val="none"/>
        <c:spPr>
          <a:ln w="9525">
            <a:solidFill>
              <a:srgbClr val="D4D4D4"/>
            </a:solidFill>
            <a:prstDash val="solid"/>
            <a:round/>
          </a:ln>
        </c:spPr>
        <c:txPr>
          <a:bodyPr rot="-60000000" spcFirstLastPara="0" vertOverflow="ellipsis" vert="horz" wrap="square" anchor="ctr" anchorCtr="1"/>
          <a:lstStyle/>
          <a:p>
            <a:pPr>
              <a:defRPr lang="zh-CN" sz="1000" b="0" i="0" u="none" strike="noStrike" kern="1200" baseline="0">
                <a:solidFill>
                  <a:srgbClr val="666666"/>
                </a:solidFill>
                <a:latin typeface="微软雅黑" panose="020B0503020204020204" charset="-122"/>
                <a:ea typeface="微软雅黑" panose="020B0503020204020204" charset="-122"/>
                <a:cs typeface="微软雅黑" panose="020B0503020204020204" charset="-122"/>
              </a:defRPr>
            </a:pPr>
          </a:p>
        </c:txPr>
        <c:crossAx val="48672768"/>
        <c:crosses val="autoZero"/>
        <c:auto val="1"/>
        <c:lblAlgn val="ctr"/>
        <c:lblOffset val="100"/>
        <c:noMultiLvlLbl val="0"/>
      </c:catAx>
      <c:valAx>
        <c:axId val="48672768"/>
        <c:scaling>
          <c:orientation val="minMax"/>
          <c:max val="400"/>
          <c:min val="-200"/>
        </c:scaling>
        <c:delete val="0"/>
        <c:axPos val="l"/>
        <c:majorGridlines>
          <c:spPr>
            <a:ln w="9525">
              <a:solidFill>
                <a:srgbClr val="DFE6EB"/>
              </a:solidFill>
              <a:prstDash val="solid"/>
              <a:round/>
            </a:ln>
          </c:spPr>
        </c:majorGridlines>
        <c:numFmt formatCode="General" sourceLinked="1"/>
        <c:majorTickMark val="none"/>
        <c:minorTickMark val="none"/>
        <c:tickLblPos val="nextTo"/>
        <c:spPr>
          <a:ln w="9525">
            <a:solidFill>
              <a:srgbClr val="D4D4D4"/>
            </a:solidFill>
            <a:prstDash val="solid"/>
            <a:round/>
          </a:ln>
        </c:spPr>
        <c:txPr>
          <a:bodyPr rot="-60000000" spcFirstLastPara="0" vertOverflow="ellipsis" vert="horz" wrap="square" anchor="ctr" anchorCtr="1"/>
          <a:lstStyle/>
          <a:p>
            <a:pPr>
              <a:defRPr lang="zh-CN" sz="1275" b="0" i="0" u="none" strike="noStrike" kern="1200" baseline="0">
                <a:solidFill>
                  <a:srgbClr val="666666"/>
                </a:solidFill>
                <a:latin typeface="微软雅黑" panose="020B0503020204020204" charset="-122"/>
                <a:ea typeface="微软雅黑" panose="020B0503020204020204" charset="-122"/>
                <a:cs typeface="微软雅黑" panose="020B0503020204020204" charset="-122"/>
              </a:defRPr>
            </a:pPr>
          </a:p>
        </c:txPr>
        <c:crossAx val="48650112"/>
        <c:crosses val="autoZero"/>
        <c:crossBetween val="between"/>
        <c:majorUnit val="100"/>
      </c:valAx>
      <c:spPr>
        <a:solidFill>
          <a:srgbClr val="FFFFFF"/>
        </a:solidFill>
        <a:ln w="0">
          <a:noFill/>
        </a:ln>
      </c:spPr>
    </c:plotArea>
    <c:plotVisOnly val="1"/>
    <c:dispBlanksAs val="gap"/>
    <c:showDLblsOverMax val="0"/>
    <c:extLst>
      <c:ext uri="{0b15fc19-7d7d-44ad-8c2d-2c3a37ce22c3}">
        <chartProps xmlns="https://web.wps.cn/et/2018/main" chartId="{a96bf798-3403-40cd-94c3-ce9411c15890}"/>
      </c:ext>
    </c:extLst>
  </c:chart>
  <c:spPr>
    <a:solidFill>
      <a:srgbClr val="FFFFFF"/>
    </a:solidFill>
    <a:ln w="0">
      <a:noFill/>
    </a:ln>
  </c:spPr>
  <c:txPr>
    <a:bodyPr/>
    <a:lstStyle/>
    <a:p>
      <a:pPr>
        <a:defRPr lang="zh-CN"/>
      </a:pPr>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Header Placeholder"/>
          <p:cNvSpPr/>
          <p:nvPr>
            <p:ph type="hdr" sz="quarter"/>
          </p:nvPr>
        </p:nvSpPr>
        <p:spPr>
          <a:prstGeom prst="rect">
            <a:avLst/>
          </a:prstGeom>
        </p:spPr>
        <p:txBody>
          <a:bodyPr/>
          <a:lstStyle/>
          <a:p/>
        </p:txBody>
      </p:sp>
      <p:sp>
        <p:nvSpPr>
          <p:cNvPr id="3" name="Date Placeholder"/>
          <p:cNvSpPr/>
          <p:nvPr>
            <p:ph type="dt" sz="quarter" idx="1"/>
          </p:nvPr>
        </p:nvSpPr>
        <p:spPr>
          <a:prstGeom prst="rect">
            <a:avLst/>
          </a:prstGeom>
        </p:spPr>
        <p:txBody>
          <a:bodyPr/>
          <a:lstStyle/>
          <a:p/>
        </p:txBody>
      </p:sp>
      <p:sp>
        <p:nvSpPr>
          <p:cNvPr id="4" name="Slide Image Placeholder"/>
          <p:cNvSpPr/>
          <p:nvPr>
            <p:ph type="sldImg" idx="2"/>
          </p:nvPr>
        </p:nvSpPr>
        <p:spPr>
          <a:prstGeom prst="rect">
            <a:avLst/>
          </a:prstGeom>
        </p:spPr>
        <p:txBody>
          <a:bodyPr/>
          <a:lstStyle/>
          <a:p/>
        </p:txBody>
      </p:sp>
      <p:sp>
        <p:nvSpPr>
          <p:cNvPr id="5" name="Notes Placeholder"/>
          <p:cNvSpPr/>
          <p:nvPr>
            <p:ph type="body" sz="quarter" idx="3"/>
          </p:nvPr>
        </p:nvSpPr>
        <p:spPr>
          <a:prstGeom prst="rect">
            <a:avLst/>
          </a:prstGeom>
        </p:spPr>
        <p:txBody>
          <a:bodyPr/>
          <a:lstStyle/>
          <a:p/>
        </p:txBody>
      </p:sp>
      <p:sp>
        <p:nvSpPr>
          <p:cNvPr id="6" name="Footer Placeholder"/>
          <p:cNvSpPr/>
          <p:nvPr>
            <p:ph type="ftr" sz="quarter" idx="4"/>
          </p:nvPr>
        </p:nvSpPr>
        <p:spPr>
          <a:prstGeom prst="rect">
            <a:avLst/>
          </a:prstGeom>
        </p:spPr>
        <p:txBody>
          <a:bodyPr/>
          <a:lstStyle/>
          <a:p/>
        </p:txBody>
      </p:sp>
      <p:sp>
        <p:nvSpPr>
          <p:cNvPr id="7" name="Slide Number Placeholder"/>
          <p:cNvSpPr/>
          <p:nvPr>
            <p:ph type="sldNum" sz="quarter" idx="5"/>
          </p:nvPr>
        </p:nvSpPr>
        <p:spPr>
          <a:prstGeom prst="rect">
            <a:avLst/>
          </a:prstGeom>
        </p:spPr>
        <p:txBody>
          <a:bodyPr/>
          <a:lstStyle/>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老师、同学们好，我汇报的是基于 DQN 的 Breakout 智能体。下面重点介绍方法设计、训练过程和实验结论，分析继续训练后的性能回退，并说明我们为什么选择围绕 DQN 开展实验。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我们使用自己重建的固定规则 Breakout，而不是直接运行 Atari ROM。游戏有五条生命、两面砖墙，最高八百六十四分。球速和挡板宽度始终固定，便于把训练变化与环境变化区分开。智能体只能看连续画面，输出等待、发球、向右、向左四种动作，不读取球坐标或落点。奖励就是击砖分数，没有接球奖励和失球惩罚。自动发球由包装器完成。因此我们研究的是从像素学习接球和击砖，这里的得分只在本项目环境内比较。</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为什么其他组使用多个算法，而我们只使用 DQN？首先，这个任务只有四个离散动作，DQN 可以一次输出所有动作的价值，再选择最大值，和任务直接匹配。图像输入也可以接到标准卷积网络。其次，击砖经验来自交互，经验回放允许一条有效经验反复参与训练，适合围绕有限交互预算研究学习过程。第三，本项目的研究问题已经聚焦到：同一个 DQN 为什么先改善、再退化，以及怎样选择和保护已有策略。因此我们把实验预算用于基础训练、低学习率续训、三步回报和回放容量调整，并检查真实日志。PPO 和 A2C 也支持这种离散任务，只是需要额外建立公平的调参和重复训练预算。SB3 中的 SAC、TD3 面向连续动作，不能直接替换到当前接口。这个取舍不证明 DQN 最优，也不证明其他算法效果差。我们的贡献是 DQN 实验过程的完整性，算法之间的性能排名仍然是缺失的证据。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这页展示的是实际输入样本。原始图像为二百一十乘一百六十的 RGB 画面。一个动作先重复四个物理帧，期间奖励累加，再对最后两帧取像素最大值，之后转灰度、缩放为八十四乘八十四，并堆叠最近四次观测。最终输入为四乘八十四乘八十四，像素在网络内除以二百五十五。单张图只能显示位置，四帧的位置变化提供运动方向的线索。动作重复决定多久重新决策，堆帧决定一次决策看到多少历史。训练、评估和展示都共用这一处理链，避免模型看到的输入发生变化。</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网络采用 SB3 的 CnnPolicy，也就是 NatureCNN 风格的结构。四帧图像通过三层卷积，输出依次为三十二乘二十乘二十、六十四乘九乘九和六十四乘七乘七。随后展平为三千一百三十六维，经过五百一十二维全连接层，最后输出四个动作的 Q 值。这里没有 softmax，因为输出是预期折扣回报，不是动作概率。CNN 负责学习图像特征，DQN 用奖励训练这些特征服务于控制。我们没有加入人工追球规则，也没有使用 Double DQN、Dueling 或优先经验回放。</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一次学习先从环境收集状态、动作、奖励和下一状态，写入经验回放池。训练时随机抽取三十二条经验，用目标网络估计下一状态的最大动作价值，加上当前奖励，形成 TD 目标。在线网络只调整本次执行动作的价值，使它接近这个目标。优化器是 Adam，损失是 Huber，较大的 TD 误差进入线性区域，降低单个异常误差的影响。在线网络每四个决策步更新一次，目标网络每一万决策步复制一次参数。训练动作采用 epsilon greedy，评估采用贪心。真正终止时取消未来价值；时间上限截断需要保留最终观测，不能直接当成自然终止。另外，一个决策步内部还重复四个物理帧，这与四步更新一次参数是两个不同设置。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实验按图中的关系展开。先从随机初始化训练五十万决策步，再从基础训练的三十五万步节点开始二十万步低学习率续训。续训在新增二万五千步处取得最佳模型，后面的三步回报恢复和一步扩大回放都从这个模型分别开始。两项分支各计划十万步，实际都在五万步早停。因此不能把四条曲线拼成一条连续八十万步的轨迹。所有核心实验采用训练种子四十二和同一物理版本。它们构成一组有记录的探索性实验，但没有多个独立训练种子，也不是所有因素都严格独立的消融实验。</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表中列出历史实验真正执行的参数。基础学习率是一万分之一，续训从三乘十的负五次方线性下降到十的负五次方。探索率由基础阶段的一降到零点零五，改为续训的零点零五降到零点零二。两阶段使用五万容量的回放池、两万步预热和三十二的批大小。续训没有加载旧回放，而是用恢复后的策略收集新经验，在预热结束后再更新参数。这不同于完整恢复原训练。还要注意，历史二十万步续训关闭了早停，后续配置才加入保护；我们不能把当前默认配置当成历史实验设置。</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基础训练前二十万步的开发均分接近零点五，二十五万步开始上升，在三十万和三十五万步达到约一百七十四分。之后出现回落，五十万步结束时是一百三十三点三分。因此训练终点并不是最佳策略。我们进一步用从四万开始的五十个逐局种子，复核三十万、三十五万和五十万步候选，均分分别为一百五十点八二、二百三十七点六八和一百二十一点零二，选择三十五万步作为续训起点。两组均分不相同，因为训练回调与候选复核的协议不同，图和表各自报告，不能混成一个分数。</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续训从已有基础模型开始，前两万步先收集新回放。第一次更新后的开发评估，也就是本阶段二万五千步，均分达到二百八十三点四八，中位数二百八十三点五。之后继续训练，分数虽有反弹，整体没有超过这个节点，二十万步终点降到一百一十三点一二，比阶段最佳低了一百七十点三六分。低学习率没有自动保证策略稳定，所以最终推荐的是中间最佳模型。这个阶段同时改变了起点、学习率、探索安排并增加经验，因此不能把与基础阶段的差值全部归因于降低学习率。后面我们通过同种子复测检验最佳模型和最后模型的差异。</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为理解回退，我们核对了实际探索率和损失日志。基础训练在三十万步后探索率固定为零点零五，但三十五万步到四十五万步的开发均分仍从一百七十四降到六十八点一。因此，回退不能只解释为探索率继续下降。右侧比较的是损失日志点的中位数：早期约零点零零零四二五，后期约零点零四零二。早期 loss 更小，却没有相应的控制能力。这是因为 DQN 拟合的 TD 目标也在变化，回放分布和动作排序都会影响长期轨迹。日志能排除过于简单的解释，但不能单独证明回退就是遗忘或某一个参数造成的。</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我们尝试了两种恢复方案。第一种把回报跨度改为三步，希望击砖奖励更快影响前面的动作；第二种保留一步回报，扩大经验池，希望较早的经验保留更久。两项实验的回放容量实际都扩大到十五万，因此三步实验不只是改变一个参数。两者都从二百八十三点四八分的同一模型起步，在新增五万步时早停。结束均分分别为一百八十七点七八和二百一十六点九四，均未超过起点。我们保留这两个负结果，不把后者较高的终点分数解释成确定的算法优势。起点评估、保存最佳模型和早停能够保护已有产物，却不能保证后续每次更新都改善。</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里把证据按用途分开。训练回调从三万一千这个种子初始化，再连续运行二十或五十局，用于选择训练节点。候选复核和报告复测则逐局显式设置种子，便于不同模型面对相同开局。核心对比使用四万二千到四万二千零二十九，共三十个开发种子。仓库还有二十局随机策略，均分零点六，但它从三万开始，局数和种子都与核心对比不同，所以只能作为初步背景参考，不能计算同种子提升倍数。最关键的边界是，这些数据参与过选择和分析，最终留出测试仍然没有完成。</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页是最有说服力的模型比较。我们固定两个模型的权重，在完全相同的三十个开发种子上贪心评估，不更新参数。蓝色是续训最佳模型，灰色是续训最后模型。最佳模型的均分是二百六十点二七，中位数二百五十七；最后模型分别是一百二十二点四和一百零一点五。平均配对差是一百三十七点八七分，最佳模型在二十八个开局上得分更高，说明改善不只依赖一个高分样本。相对均分提高约百分之一百一十二点六四，但这个百分比只针对最后模型，不是相对随机策略。两份数据仍然属于开发复测，较早的 regression audit 使用同组种子，也不能叠加成六十个独立样本。</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均值之外，最佳模型的低分风险也有所改善。低于五十分的局数从九局降到一局，第百分之二十五分位数从三十六点七五升到二百一十分。右侧将每个种子的得分差排序，可以看到仍有两个负值：种子四万二千零一少得一百九十八分，四万二千零一十三少得九分，所以平均提升不代表所有开局都改善。按完整种子对做两万次 Bootstrap，均值差的百分之九十五区间是九十五点七七到一百七十七点四三分。这个区间仅描述固定模型在开发样本中的变异，没有覆盖重复训练的随机性。另外，两模型都没有完整通关，不能把低分风险下降写成稳定通关。</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这两排都来自最佳模型在种子四万二千的同一局游戏，每张间隔零点二秒。上排小球下降时，挡板向右移动到接触位置，之后小球向上反弹，展示了有效接球。下排发生在二十六点八到二十七点四秒，小球向右下运动，接近挡板高度时已经超出挡板覆盖范围，随后落到下方，生命由五变成四。可见该模型能形成持续接球行为，也仍有局部控制失误。我们不能只凭上排就声称它精确预测了落点，也不能用下排解释全部失球原因。连续画面是对统计结果的补充，后续需要统计更多失败轨迹才能验证具体机制。</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项目完成了可控环境、图像输入的 DQN 训练、候选模型评估和网页展示。方法层面，我们把观测、动作、原生奖励和完整回合定义连成了可复用的实验接口。实验层面，低学习率续训得到更好的中间模型，但后续明显回退，两项恢复方案都没有超过起点，因此应该依据评估选择模型，并保留失败实验。证据边界也要说清：目前没有独立留出测试、同种子随机对照和多训练种子结果，也没有 PPO 或 A2C 的实测对比。下一步应先冻结模型，补齐公平测试，再从同一起点做单因素实验，最后扩展多算法比较。</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以上是我们小组的汇报。感谢何琨老师在课程中的指导，感谢各位老师和同学的聆听。欢迎大家批评指正，谢谢！</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一步 DQN 使用目标网络计算下一状态的最大动作价值。三步目标将连续三次实际奖励按折扣累加，再对第三步之后的价值自举。若中间自然终止，奖励序列到终止为止，后续自举项取消；如果只是时间上限截断，则保留截断状态用于适当自举。这里 d 指真正终止。我们使用 Huber 损失和 Adam，主要结果来自普通一步 DQN，未加入 Double DQN 扩展。Double DQN 会把动作选择与动作评价分开，本项目没有实测该扩展。</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二百八十三点四八与二百六十点二七来自两套不同的评估协议。前者是训练回调连续五十局的选模成绩，后者是逐局重置的三十个开发种子的复测成绩。随机策略使用二十局和另一组种子，因此不能拿零点六做配对提升的分母。基础节点比较使用的是从四万开始的五十局。表中都是已经存在的记录，最终留出和多训练种子还没有数据。复核应从逐局 CSV、历史 config 和 selection 记录出发，不能只看当前 YAML 默认值。</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p:nvPr>
        </p:nvSpPr>
        <p:spPr/>
      </p:sp>
      <p:sp>
        <p:nvSpPr>
          <p:cNvPr id="3" name="Notes Placeholder 2"/>
          <p:cNvSpPr>
            <a:spLocks noGrp="1"/>
          </p:cNvSpPr>
          <p:nvPr>
            <p:ph type="body" idx="1"/>
          </p:nvPr>
        </p:nvSpPr>
        <p:spPr/>
        <p:txBody>
          <a:bodyPr/>
          <a:lstStyle/>
          <a:p>
            <a:r>
              <a:t>项目没有提出新算法，主要工作是固定物理环境与输入契约、可恢复训练和有依据的模型选择。本项目仍然缺少算法之间的对照，但已有四项训练和同种子复测可以支持算法内部的经验结论。要补 PPO 或 A2C，应固定环境、观测、奖励和动作接口，给予明确的交互预算与调参预算，使用多个独立训练种子，并在选模后统一用留出种子评估，同时报告样本效率和运行时间。不能仅按一次默认参数训练的最高分判断算法优劣。</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p:sp>
        <p:nvSpPr>
          <p:cNvPr id="2" name="标题 1"/>
          <p:cNvSpPr>
            <a:spLocks noGrp="1"/>
          </p:cNvSpPr>
          <p:nvPr>
            <p:ph type="ctrTitle"/>
          </p:nvPr>
        </p:nvSpPr>
        <p:spPr>
          <a:xfrm>
            <a:off x="1524000" y="1122363"/>
            <a:ext cx="9144000" cy="2387600"/>
          </a:xfrm>
        </p:spPr>
        <p:txBody>
          <a:bodyPr anchor="b"/>
          <a:lstStyle>
            <a:lvl1pPr algn="ctr">
              <a:buNone/>
              <a:defRPr sz="6000"/>
            </a:lvl1pPr>
          </a:lstStyle>
          <a:p>
            <a:r>
              <a:t>单击此处编辑母版标题样式</a:t>
            </a:r>
          </a:p>
        </p:txBody>
      </p:sp>
      <p:sp>
        <p:nvSpPr>
          <p:cNvPr id="3" name="副标题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单击此处编辑母版副标题样式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幻灯片编号占位符 5"/>
          <p:cNvSpPr>
            <a:spLocks noGrp="1"/>
          </p:cNvSpPr>
          <p:nvPr>
            <p:ph type="sldNum" idx="12"/>
          </p:nvPr>
        </p:nvSpPr>
        <p:spPr/>
        <p:txBody>
          <a:body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p:nvPr>
        </p:nvSpPr>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幻灯片编号占位符 5"/>
          <p:cNvSpPr>
            <a:spLocks noGrp="1"/>
          </p:cNvSpPr>
          <p:nvPr>
            <p:ph type="sldNum" idx="12"/>
          </p:nvPr>
        </p:nvSpPr>
        <p:spPr/>
        <p:txBody>
          <a:body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p:sp>
        <p:nvSpPr>
          <p:cNvPr id="2" name="标题 1"/>
          <p:cNvSpPr>
            <a:spLocks noGrp="1"/>
          </p:cNvSpPr>
          <p:nvPr>
            <p:ph type="title"/>
          </p:nvPr>
        </p:nvSpPr>
        <p:spPr>
          <a:xfrm>
            <a:off x="831850" y="1709738"/>
            <a:ext cx="10515600" cy="2852737"/>
          </a:xfrm>
        </p:spPr>
        <p:txBody>
          <a:bodyPr anchor="b"/>
          <a:lstStyle>
            <a:lvl1pPr>
              <a:buNone/>
              <a:defRPr sz="6000"/>
            </a:lvl1pPr>
          </a:lstStyle>
          <a:p>
            <a:r>
              <a:t>单击此处编辑母版标题样式</a:t>
            </a:r>
          </a:p>
        </p:txBody>
      </p:sp>
      <p:sp>
        <p:nvSpPr>
          <p:cNvPr id="3" name="文本占位符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单击此处编辑母版文本样式</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幻灯片编号占位符 5"/>
          <p:cNvSpPr>
            <a:spLocks noGrp="1"/>
          </p:cNvSpPr>
          <p:nvPr>
            <p:ph type="sldNum" idx="12"/>
          </p:nvPr>
        </p:nvSpPr>
        <p:spPr/>
        <p:txBody>
          <a:body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项内容">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内容占位符 2"/>
          <p:cNvSpPr>
            <a:spLocks noGrp="1"/>
          </p:cNvSpPr>
          <p:nvPr>
            <p:ph idx="1"/>
          </p:nvPr>
        </p:nvSpPr>
        <p:spPr>
          <a:xfrm>
            <a:off x="838200" y="1825625"/>
            <a:ext cx="5181600" cy="435133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内容占位符 3"/>
          <p:cNvSpPr>
            <a:spLocks noGrp="1"/>
          </p:cNvSpPr>
          <p:nvPr>
            <p:ph idx="2"/>
          </p:nvPr>
        </p:nvSpPr>
        <p:spPr>
          <a:xfrm>
            <a:off x="6172200" y="1825625"/>
            <a:ext cx="5181600" cy="435133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幻灯片编号占位符 6"/>
          <p:cNvSpPr>
            <a:spLocks noGrp="1"/>
          </p:cNvSpPr>
          <p:nvPr>
            <p:ph type="sldNum" idx="12"/>
          </p:nvPr>
        </p:nvSpPr>
        <p:spPr/>
        <p:txBody>
          <a:body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p:sp>
        <p:nvSpPr>
          <p:cNvPr id="2" name="标题 1"/>
          <p:cNvSpPr>
            <a:spLocks noGrp="1"/>
          </p:cNvSpPr>
          <p:nvPr>
            <p:ph type="title"/>
          </p:nvPr>
        </p:nvSpPr>
        <p:spPr>
          <a:xfrm>
            <a:off x="839788" y="365125"/>
            <a:ext cx="10515600" cy="1325563"/>
          </a:xfrm>
        </p:spPr>
        <p:txBody>
          <a:bodyPr/>
          <a:lstStyle/>
          <a:p>
            <a:r>
              <a:t>单击此处编辑母版标题样式</a:t>
            </a:r>
          </a:p>
        </p:txBody>
      </p:sp>
      <p:sp>
        <p:nvSpPr>
          <p:cNvPr id="3" name="文本占位符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4" name="内容占位符 3"/>
          <p:cNvSpPr>
            <a:spLocks noGrp="1"/>
          </p:cNvSpPr>
          <p:nvPr>
            <p:ph idx="2"/>
          </p:nvPr>
        </p:nvSpPr>
        <p:spPr>
          <a:xfrm>
            <a:off x="839788" y="2505075"/>
            <a:ext cx="5157787"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5" name="文本占位符 4"/>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单击此处编辑母版文本样式</a:t>
            </a:r>
          </a:p>
        </p:txBody>
      </p:sp>
      <p:sp>
        <p:nvSpPr>
          <p:cNvPr id="6" name="内容占位符 5"/>
          <p:cNvSpPr>
            <a:spLocks noGrp="1"/>
          </p:cNvSpPr>
          <p:nvPr>
            <p:ph idx="4"/>
          </p:nvPr>
        </p:nvSpPr>
        <p:spPr>
          <a:xfrm>
            <a:off x="6172200" y="2505075"/>
            <a:ext cx="5183188" cy="3684588"/>
          </a:xfrm>
        </p:spPr>
        <p:txBody>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7" name="日期占位符 6"/>
          <p:cNvSpPr>
            <a:spLocks noGrp="1"/>
          </p:cNvSpPr>
          <p:nvPr>
            <p:ph type="dt" idx="10"/>
          </p:nvPr>
        </p:nvSpPr>
        <p:spPr/>
        <p:txBody>
          <a:bodyPr/>
          <a:lstStyle/>
          <a:p/>
        </p:txBody>
      </p:sp>
      <p:sp>
        <p:nvSpPr>
          <p:cNvPr id="8" name="页脚占位符 7"/>
          <p:cNvSpPr>
            <a:spLocks noGrp="1"/>
          </p:cNvSpPr>
          <p:nvPr>
            <p:ph type="ftr" idx="11"/>
          </p:nvPr>
        </p:nvSpPr>
        <p:spPr/>
        <p:txBody>
          <a:bodyPr/>
          <a:lstStyle/>
          <a:p/>
        </p:txBody>
      </p:sp>
      <p:sp>
        <p:nvSpPr>
          <p:cNvPr id="9" name="幻灯片编号占位符 8"/>
          <p:cNvSpPr>
            <a:spLocks noGrp="1"/>
          </p:cNvSpPr>
          <p:nvPr>
            <p:ph type="sldNum" idx="12"/>
          </p:nvPr>
        </p:nvSpPr>
        <p:spPr/>
        <p:txBody>
          <a:body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日期占位符 2"/>
          <p:cNvSpPr>
            <a:spLocks noGrp="1"/>
          </p:cNvSpPr>
          <p:nvPr>
            <p:ph type="dt" idx="10"/>
          </p:nvPr>
        </p:nvSpPr>
        <p:spPr/>
        <p:txBody>
          <a:bodyPr/>
          <a:lstStyle/>
          <a:p/>
        </p:txBody>
      </p:sp>
      <p:sp>
        <p:nvSpPr>
          <p:cNvPr id="4" name="页脚占位符 3"/>
          <p:cNvSpPr>
            <a:spLocks noGrp="1"/>
          </p:cNvSpPr>
          <p:nvPr>
            <p:ph type="ftr" idx="11"/>
          </p:nvPr>
        </p:nvSpPr>
        <p:spPr/>
        <p:txBody>
          <a:bodyPr/>
          <a:lstStyle/>
          <a:p/>
        </p:txBody>
      </p:sp>
      <p:sp>
        <p:nvSpPr>
          <p:cNvPr id="5" name="幻灯片编号占位符 4"/>
          <p:cNvSpPr>
            <a:spLocks noGrp="1"/>
          </p:cNvSpPr>
          <p:nvPr>
            <p:ph type="sldNum" idx="12"/>
          </p:nvPr>
        </p:nvSpPr>
        <p:spPr/>
        <p:txBody>
          <a:body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p:sp>
        <p:nvSpPr>
          <p:cNvPr id="2" name="日期占位符 1"/>
          <p:cNvSpPr>
            <a:spLocks noGrp="1"/>
          </p:cNvSpPr>
          <p:nvPr>
            <p:ph type="dt" idx="10"/>
          </p:nvPr>
        </p:nvSpPr>
        <p:spPr/>
        <p:txBody>
          <a:bodyPr/>
          <a:lstStyle/>
          <a:p/>
        </p:txBody>
      </p:sp>
      <p:sp>
        <p:nvSpPr>
          <p:cNvPr id="3" name="页脚占位符 2"/>
          <p:cNvSpPr>
            <a:spLocks noGrp="1"/>
          </p:cNvSpPr>
          <p:nvPr>
            <p:ph type="ftr" idx="11"/>
          </p:nvPr>
        </p:nvSpPr>
        <p:spPr/>
        <p:txBody>
          <a:bodyPr/>
          <a:lstStyle/>
          <a:p/>
        </p:txBody>
      </p:sp>
      <p:sp>
        <p:nvSpPr>
          <p:cNvPr id="4" name="幻灯片编号占位符 3"/>
          <p:cNvSpPr>
            <a:spLocks noGrp="1"/>
          </p:cNvSpPr>
          <p:nvPr>
            <p:ph type="sldNum" idx="12"/>
          </p:nvPr>
        </p:nvSpPr>
        <p:spPr/>
        <p:txBody>
          <a:body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内容占位符 2"/>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幻灯片编号占位符 6"/>
          <p:cNvSpPr>
            <a:spLocks noGrp="1"/>
          </p:cNvSpPr>
          <p:nvPr>
            <p:ph type="sldNum" idx="12"/>
          </p:nvPr>
        </p:nvSpPr>
        <p:spPr/>
        <p:txBody>
          <a:body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p:sp>
        <p:nvSpPr>
          <p:cNvPr id="2" name="标题 1"/>
          <p:cNvSpPr>
            <a:spLocks noGrp="1"/>
          </p:cNvSpPr>
          <p:nvPr>
            <p:ph type="title"/>
          </p:nvPr>
        </p:nvSpPr>
        <p:spPr>
          <a:xfrm>
            <a:off x="839788" y="457200"/>
            <a:ext cx="3932237" cy="1600200"/>
          </a:xfrm>
        </p:spPr>
        <p:txBody>
          <a:bodyPr anchor="b"/>
          <a:lstStyle>
            <a:lvl1pPr>
              <a:buNone/>
              <a:defRPr sz="3200"/>
            </a:lvl1pPr>
          </a:lstStyle>
          <a:p>
            <a:r>
              <a:t>单击此处编辑母版标题样式</a:t>
            </a:r>
          </a:p>
        </p:txBody>
      </p:sp>
      <p:sp>
        <p:nvSpPr>
          <p:cNvPr id="3" name="图片占位符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p:txBody>
      </p:sp>
      <p:sp>
        <p:nvSpPr>
          <p:cNvPr id="4" name="文本占位符 3"/>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单击此处编辑母版文本样式</a:t>
            </a:r>
          </a:p>
        </p:txBody>
      </p:sp>
      <p:sp>
        <p:nvSpPr>
          <p:cNvPr id="5" name="日期占位符 4"/>
          <p:cNvSpPr>
            <a:spLocks noGrp="1"/>
          </p:cNvSpPr>
          <p:nvPr>
            <p:ph type="dt" idx="10"/>
          </p:nvPr>
        </p:nvSpPr>
        <p:spPr/>
        <p:txBody>
          <a:bodyPr/>
          <a:lstStyle/>
          <a:p/>
        </p:txBody>
      </p:sp>
      <p:sp>
        <p:nvSpPr>
          <p:cNvPr id="6" name="页脚占位符 5"/>
          <p:cNvSpPr>
            <a:spLocks noGrp="1"/>
          </p:cNvSpPr>
          <p:nvPr>
            <p:ph type="ftr" idx="11"/>
          </p:nvPr>
        </p:nvSpPr>
        <p:spPr/>
        <p:txBody>
          <a:bodyPr/>
          <a:lstStyle/>
          <a:p/>
        </p:txBody>
      </p:sp>
      <p:sp>
        <p:nvSpPr>
          <p:cNvPr id="7" name="幻灯片编号占位符 6"/>
          <p:cNvSpPr>
            <a:spLocks noGrp="1"/>
          </p:cNvSpPr>
          <p:nvPr>
            <p:ph type="sldNum" idx="12"/>
          </p:nvPr>
        </p:nvSpPr>
        <p:spPr/>
        <p:txBody>
          <a:body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本">
    <p:spTree>
      <p:nvGrpSpPr>
        <p:cNvPr id="1" name=""/>
        <p:cNvGrpSpPr/>
        <p:nvPr/>
      </p:nvGrpSpPr>
      <p:grpSpPr/>
      <p:sp>
        <p:nvSpPr>
          <p:cNvPr id="2" name="标题 1"/>
          <p:cNvSpPr>
            <a:spLocks noGrp="1"/>
          </p:cNvSpPr>
          <p:nvPr>
            <p:ph type="title"/>
          </p:nvPr>
        </p:nvSpPr>
        <p:spPr/>
        <p:txBody>
          <a:bodyPr/>
          <a:lstStyle/>
          <a:p>
            <a:r>
              <a:t>单击此处编辑母版标题样式</a:t>
            </a:r>
          </a:p>
        </p:txBody>
      </p:sp>
      <p:sp>
        <p:nvSpPr>
          <p:cNvPr id="3" name="竖排文本占位符 2"/>
          <p:cNvSpPr>
            <a:spLocks noGrp="1"/>
          </p:cNvSpPr>
          <p:nvPr>
            <p:ph type="body" idx="1"/>
          </p:nvPr>
        </p:nvSpPr>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幻灯片编号占位符 5"/>
          <p:cNvSpPr>
            <a:spLocks noGrp="1"/>
          </p:cNvSpPr>
          <p:nvPr>
            <p:ph type="sldNum" idx="12"/>
          </p:nvPr>
        </p:nvSpPr>
        <p:spPr/>
        <p:txBody>
          <a:body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和文本">
    <p:spTree>
      <p:nvGrpSpPr>
        <p:cNvPr id="1" name=""/>
        <p:cNvGrpSpPr/>
        <p:nvPr/>
      </p:nvGrpSpPr>
      <p:grpSpPr/>
      <p:sp>
        <p:nvSpPr>
          <p:cNvPr id="2" name="竖排标题 1"/>
          <p:cNvSpPr>
            <a:spLocks noGrp="1"/>
          </p:cNvSpPr>
          <p:nvPr>
            <p:ph type="title"/>
          </p:nvPr>
        </p:nvSpPr>
        <p:spPr>
          <a:xfrm>
            <a:off x="8724900" y="365125"/>
            <a:ext cx="2628900" cy="5811838"/>
          </a:xfrm>
        </p:spPr>
        <p:txBody>
          <a:bodyPr vert="eaVert"/>
          <a:lstStyle/>
          <a:p>
            <a:r>
              <a:t>单击此处编辑母版标题样式</a:t>
            </a:r>
          </a:p>
        </p:txBody>
      </p:sp>
      <p:sp>
        <p:nvSpPr>
          <p:cNvPr id="3" name="竖排文本占位符 2"/>
          <p:cNvSpPr>
            <a:spLocks noGrp="1"/>
          </p:cNvSpPr>
          <p:nvPr>
            <p:ph type="body" idx="1"/>
          </p:nvPr>
        </p:nvSpPr>
        <p:spPr>
          <a:xfrm>
            <a:off x="838200" y="365125"/>
            <a:ext cx="7734300" cy="5811838"/>
          </a:xfrm>
        </p:spPr>
        <p:txBody>
          <a:bodyPr vert="eaVert"/>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10"/>
          </p:nvPr>
        </p:nvSpPr>
        <p:spPr/>
        <p:txBody>
          <a:bodyPr/>
          <a:lstStyle/>
          <a:p/>
        </p:txBody>
      </p:sp>
      <p:sp>
        <p:nvSpPr>
          <p:cNvPr id="5" name="页脚占位符 4"/>
          <p:cNvSpPr>
            <a:spLocks noGrp="1"/>
          </p:cNvSpPr>
          <p:nvPr>
            <p:ph type="ftr" idx="11"/>
          </p:nvPr>
        </p:nvSpPr>
        <p:spPr/>
        <p:txBody>
          <a:bodyPr/>
          <a:lstStyle/>
          <a:p/>
        </p:txBody>
      </p:sp>
      <p:sp>
        <p:nvSpPr>
          <p:cNvPr id="6" name="幻灯片编号占位符 5"/>
          <p:cNvSpPr>
            <a:spLocks noGrp="1"/>
          </p:cNvSpPr>
          <p:nvPr>
            <p:ph type="sldNum" idx="12"/>
          </p:nvPr>
        </p:nvSpPr>
        <p:spPr/>
        <p:txBody>
          <a:bodyPr/>
          <a:lstStyle/>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单击此处编辑母版文本样式</a:t>
            </a:r>
          </a:p>
          <a:p>
            <a:pPr lvl="1">
              <a:buNone/>
            </a:pPr>
            <a:r>
              <a:t>二级</a:t>
            </a:r>
          </a:p>
          <a:p>
            <a:pPr lvl="2">
              <a:buNone/>
            </a:pPr>
            <a:r>
              <a:t>三级</a:t>
            </a:r>
          </a:p>
          <a:p>
            <a:pPr lvl="3">
              <a:buNone/>
            </a:pPr>
            <a:r>
              <a:t>四级</a:t>
            </a:r>
          </a:p>
          <a:p>
            <a:pPr lvl="4">
              <a:buNone/>
            </a:pPr>
            <a:r>
              <a:t>五级</a:t>
            </a:r>
          </a:p>
        </p:txBody>
      </p:sp>
      <p:sp>
        <p:nvSpPr>
          <p:cNvPr id="4" name="日期占位符 3"/>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p:txBody>
      </p:sp>
      <p:sp>
        <p:nvSpPr>
          <p:cNvPr id="5" name="页脚占位符 4"/>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p:txBody>
      </p:sp>
      <p:sp>
        <p:nvSpPr>
          <p:cNvPr id="6" name="幻灯片编号占位符 5"/>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panose="020B0604020202020204"/>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panose="020B0604020202020204"/>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panose="020B0604020202020204"/>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panose="020B0604020202020204"/>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notesSlide" Target="../notesSlides/notesSlide1.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5" Type="http://schemas.openxmlformats.org/officeDocument/2006/relationships/notesSlide" Target="../notesSlides/notesSlide2.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3.png"/><Relationship Id="rId1" Type="http://schemas.openxmlformats.org/officeDocument/2006/relationships/image" Target="../media/image4.png"/></Relationships>
</file>

<file path=ppt/slides/_rels/slide3.xml.rels><?xml version="1.0" encoding="UTF-8" standalone="yes"?>
<Relationships xmlns="http://schemas.openxmlformats.org/package/2006/relationships"><Relationship Id="rId4" Type="http://schemas.openxmlformats.org/officeDocument/2006/relationships/notesSlide" Target="../notesSlides/notesSlide3.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4.png"/></Relationships>
</file>

<file path=ppt/slides/_rels/slide4.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image" Target="../media/image11.png"/><Relationship Id="rId7" Type="http://schemas.openxmlformats.org/officeDocument/2006/relationships/image" Target="../media/image10.png"/><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 Id="rId3" Type="http://schemas.openxmlformats.org/officeDocument/2006/relationships/image" Target="../media/image6.png"/><Relationship Id="rId2" Type="http://schemas.openxmlformats.org/officeDocument/2006/relationships/image" Target="../media/image3.png"/><Relationship Id="rId10" Type="http://schemas.openxmlformats.org/officeDocument/2006/relationships/notesSlide" Target="../notesSlides/notesSlide4.xml"/><Relationship Id="rId1" Type="http://schemas.openxmlformats.org/officeDocument/2006/relationships/image" Target="../media/image4.png"/></Relationships>
</file>

<file path=ppt/slides/_rels/slide5.xml.rels><?xml version="1.0" encoding="UTF-8" standalone="yes"?>
<Relationships xmlns="http://schemas.openxmlformats.org/package/2006/relationships"><Relationship Id="rId4" Type="http://schemas.openxmlformats.org/officeDocument/2006/relationships/notesSlide" Target="../notesSlides/notesSlide5.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4.png"/></Relationships>
</file>

<file path=ppt/slides/_rels/slide6.xml.rels><?xml version="1.0" encoding="UTF-8" standalone="yes"?>
<Relationships xmlns="http://schemas.openxmlformats.org/package/2006/relationships"><Relationship Id="rId4" Type="http://schemas.openxmlformats.org/officeDocument/2006/relationships/notesSlide" Target="../notesSlides/notesSlide6.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4.png"/></Relationships>
</file>

<file path=ppt/slides/_rels/slide7.xml.rels><?xml version="1.0" encoding="UTF-8" standalone="yes"?>
<Relationships xmlns="http://schemas.openxmlformats.org/package/2006/relationships"><Relationship Id="rId4" Type="http://schemas.openxmlformats.org/officeDocument/2006/relationships/notesSlide" Target="../notesSlides/notesSlide7.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4.png"/></Relationships>
</file>

<file path=ppt/slides/_rels/slide8.xml.rels><?xml version="1.0" encoding="UTF-8" standalone="yes"?>
<Relationships xmlns="http://schemas.openxmlformats.org/package/2006/relationships"><Relationship Id="rId4" Type="http://schemas.openxmlformats.org/officeDocument/2006/relationships/notesSlide" Target="../notesSlides/notesSlide8.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4.png"/></Relationships>
</file>

<file path=ppt/slides/_rels/slide9.xml.rels><?xml version="1.0" encoding="UTF-8" standalone="yes"?>
<Relationships xmlns="http://schemas.openxmlformats.org/package/2006/relationships"><Relationship Id="rId5" Type="http://schemas.openxmlformats.org/officeDocument/2006/relationships/notesSlide" Target="../notesSlides/notesSlide9.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chart" Target="../charts/chart1.xml"/></Relationships>
</file>

<file path=ppt/slides/_rels/slide10.xml.rels><?xml version="1.0" encoding="UTF-8" standalone="yes"?>
<Relationships xmlns="http://schemas.openxmlformats.org/package/2006/relationships"><Relationship Id="rId5" Type="http://schemas.openxmlformats.org/officeDocument/2006/relationships/notesSlide" Target="../notesSlides/notesSlide10.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chart" Target="../charts/chart2.xml"/></Relationships>
</file>

<file path=ppt/slides/_rels/slide11.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1.xml"/><Relationship Id="rId4" Type="http://schemas.openxmlformats.org/officeDocument/2006/relationships/image" Target="../media/image3.png"/><Relationship Id="rId3" Type="http://schemas.openxmlformats.org/officeDocument/2006/relationships/image" Target="../media/image4.png"/><Relationship Id="rId2" Type="http://schemas.openxmlformats.org/officeDocument/2006/relationships/chart" Target="../charts/chart4.xml"/><Relationship Id="rId1" Type="http://schemas.openxmlformats.org/officeDocument/2006/relationships/chart" Target="../charts/chart3.xml"/></Relationships>
</file>

<file path=ppt/slides/_rels/slide12.xml.rels><?xml version="1.0" encoding="UTF-8" standalone="yes"?>
<Relationships xmlns="http://schemas.openxmlformats.org/package/2006/relationships"><Relationship Id="rId5" Type="http://schemas.openxmlformats.org/officeDocument/2006/relationships/notesSlide" Target="../notesSlides/notesSlide12.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chart" Target="../charts/chart5.xml"/></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3.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4.png"/></Relationships>
</file>

<file path=ppt/slides/_rels/slide14.xml.rels><?xml version="1.0" encoding="UTF-8" standalone="yes"?>
<Relationships xmlns="http://schemas.openxmlformats.org/package/2006/relationships"><Relationship Id="rId5" Type="http://schemas.openxmlformats.org/officeDocument/2006/relationships/notesSlide" Target="../notesSlides/notesSlide14.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chart" Target="../charts/chart6.xml"/></Relationships>
</file>

<file path=ppt/slides/_rels/slide15.xml.rels><?xml version="1.0" encoding="UTF-8" standalone="yes"?>
<Relationships xmlns="http://schemas.openxmlformats.org/package/2006/relationships"><Relationship Id="rId5" Type="http://schemas.openxmlformats.org/officeDocument/2006/relationships/notesSlide" Target="../notesSlides/notesSlide15.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chart" Target="../charts/chart7.xml"/></Relationships>
</file>

<file path=ppt/slides/_rels/slide16.xml.rels><?xml version="1.0" encoding="UTF-8" standalone="yes"?>
<Relationships xmlns="http://schemas.openxmlformats.org/package/2006/relationships"><Relationship Id="rId9" Type="http://schemas.openxmlformats.org/officeDocument/2006/relationships/image" Target="../media/image18.png"/><Relationship Id="rId8" Type="http://schemas.openxmlformats.org/officeDocument/2006/relationships/image" Target="../media/image17.png"/><Relationship Id="rId7" Type="http://schemas.openxmlformats.org/officeDocument/2006/relationships/image" Target="../media/image16.png"/><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13.png"/><Relationship Id="rId3" Type="http://schemas.openxmlformats.org/officeDocument/2006/relationships/image" Target="../media/image12.png"/><Relationship Id="rId2" Type="http://schemas.openxmlformats.org/officeDocument/2006/relationships/image" Target="../media/image3.png"/><Relationship Id="rId12" Type="http://schemas.openxmlformats.org/officeDocument/2006/relationships/notesSlide" Target="../notesSlides/notesSlide16.xml"/><Relationship Id="rId11" Type="http://schemas.openxmlformats.org/officeDocument/2006/relationships/slideLayout" Target="../slideLayouts/slideLayout1.xml"/><Relationship Id="rId10" Type="http://schemas.openxmlformats.org/officeDocument/2006/relationships/image" Target="../media/image19.png"/><Relationship Id="rId1" Type="http://schemas.openxmlformats.org/officeDocument/2006/relationships/image" Target="../media/image4.png"/></Relationships>
</file>

<file path=ppt/slides/_rels/slide17.xml.rels><?xml version="1.0" encoding="UTF-8" standalone="yes"?>
<Relationships xmlns="http://schemas.openxmlformats.org/package/2006/relationships"><Relationship Id="rId4" Type="http://schemas.openxmlformats.org/officeDocument/2006/relationships/notesSlide" Target="../notesSlides/notesSlide17.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4.png"/></Relationships>
</file>

<file path=ppt/slides/_rels/slide18.xml.rels><?xml version='1.0' encoding='UTF-8' standalone='yes'?>
<Relationships xmlns="http://schemas.openxmlformats.org/package/2006/relationships"><Relationship Id="rId5" Type="http://schemas.openxmlformats.org/officeDocument/2006/relationships/notesSlide" Target="../notesSlides/notesSlide18.xml"/><Relationship Id="rId4" Type="http://schemas.openxmlformats.org/officeDocument/2006/relationships/slideLayout" Target="../slideLayouts/slideLayout1.xml"/><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image" Target="../media/image1.png"/></Relationships>
</file>

<file path=ppt/slides/_rels/slide19.xml.rels><?xml version="1.0" encoding="UTF-8" standalone="yes"?>
<Relationships xmlns="http://schemas.openxmlformats.org/package/2006/relationships"><Relationship Id="rId4" Type="http://schemas.openxmlformats.org/officeDocument/2006/relationships/notesSlide" Target="../notesSlides/notesSlide19.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4.png"/></Relationships>
</file>

<file path=ppt/slides/_rels/slide20.xml.rels><?xml version="1.0" encoding="UTF-8" standalone="yes"?>
<Relationships xmlns="http://schemas.openxmlformats.org/package/2006/relationships"><Relationship Id="rId4" Type="http://schemas.openxmlformats.org/officeDocument/2006/relationships/notesSlide" Target="../notesSlides/notesSlide20.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4.png"/></Relationships>
</file>

<file path=ppt/slides/_rels/slide21.xml.rels><?xml version="1.0" encoding="UTF-8" standalone="yes"?>
<Relationships xmlns="http://schemas.openxmlformats.org/package/2006/relationships"><Relationship Id="rId4" Type="http://schemas.openxmlformats.org/officeDocument/2006/relationships/notesSlide" Target="../notesSlides/notesSlide21.xml"/><Relationship Id="rId3" Type="http://schemas.openxmlformats.org/officeDocument/2006/relationships/slideLayout" Target="../slideLayouts/slideLayout1.xml"/><Relationship Id="rId2" Type="http://schemas.openxmlformats.org/officeDocument/2006/relationships/image" Target="../media/image3.png"/><Relationship Id="rId1"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矩形 7"/>
          <p:cNvSpPr>
            <a:spLocks noGrp="1"/>
          </p:cNvSpPr>
          <p:nvPr/>
        </p:nvSpPr>
        <p:spPr>
          <a:xfrm>
            <a:off x="-152399" y="0"/>
            <a:ext cx="12344400" cy="6857999"/>
          </a:xfrm>
          <a:prstGeom prst="rect">
            <a:avLst/>
          </a:prstGeom>
          <a:solidFill>
            <a:srgbClr val="E9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pic>
        <p:nvPicPr>
          <p:cNvPr id="13" name="图片 12"/>
          <p:cNvPicPr>
            <a:picLocks noChangeAspect="1"/>
          </p:cNvPicPr>
          <p:nvPr/>
        </p:nvPicPr>
        <p:blipFill>
          <a:blip r:embed="rId1"/>
          <a:stretch>
            <a:fillRect/>
          </a:stretch>
        </p:blipFill>
        <p:spPr>
          <a:xfrm>
            <a:off x="-152400" y="238760"/>
            <a:ext cx="12382500" cy="6619240"/>
          </a:xfrm>
          <a:prstGeom prst="rect">
            <a:avLst/>
          </a:prstGeom>
        </p:spPr>
      </p:pic>
      <p:sp>
        <p:nvSpPr>
          <p:cNvPr id="5" name="文本框 4"/>
          <p:cNvSpPr>
            <a:spLocks noGrp="1"/>
          </p:cNvSpPr>
          <p:nvPr/>
        </p:nvSpPr>
        <p:spPr>
          <a:xfrm>
            <a:off x="666750" y="1952625"/>
            <a:ext cx="10858500" cy="651510"/>
          </a:xfrm>
          <a:prstGeom prst="rect">
            <a:avLst/>
          </a:prstGeom>
          <a:noFill/>
        </p:spPr>
        <p:txBody>
          <a:bodyPr wrap="square" lIns="0" tIns="0" rIns="0" bIns="0">
            <a:spAutoFit/>
          </a:bodyPr>
          <a:lstStyle>
            <a:defPPr algn="ctr">
              <a:defRPr sz="4275" b="1">
                <a:solidFill>
                  <a:srgbClr val="244B61"/>
                </a:solidFill>
                <a:latin typeface="微软雅黑" panose="020B0503020204020204" charset="-122"/>
                <a:ea typeface="微软雅黑" panose="020B0503020204020204" charset="-122"/>
                <a:cs typeface="微软雅黑" panose="020B0503020204020204" charset="-122"/>
              </a:defRPr>
            </a:defPPr>
            <a:lvl1pPr algn="ctr">
              <a:defRPr sz="4275" b="1">
                <a:solidFill>
                  <a:srgbClr val="244B61"/>
                </a:solidFill>
                <a:latin typeface="微软雅黑" panose="020B0503020204020204" charset="-122"/>
                <a:ea typeface="微软雅黑" panose="020B0503020204020204" charset="-122"/>
                <a:cs typeface="微软雅黑" panose="020B0503020204020204" charset="-122"/>
              </a:defRPr>
            </a:lvl1pPr>
            <a:lvl2pPr algn="ctr">
              <a:defRPr sz="4275" b="1">
                <a:solidFill>
                  <a:srgbClr val="244B61"/>
                </a:solidFill>
                <a:latin typeface="微软雅黑" panose="020B0503020204020204" charset="-122"/>
                <a:ea typeface="微软雅黑" panose="020B0503020204020204" charset="-122"/>
                <a:cs typeface="微软雅黑" panose="020B0503020204020204" charset="-122"/>
              </a:defRPr>
            </a:lvl2pPr>
            <a:lvl3pPr algn="ctr">
              <a:defRPr sz="4275" b="1">
                <a:solidFill>
                  <a:srgbClr val="244B61"/>
                </a:solidFill>
                <a:latin typeface="微软雅黑" panose="020B0503020204020204" charset="-122"/>
                <a:ea typeface="微软雅黑" panose="020B0503020204020204" charset="-122"/>
                <a:cs typeface="微软雅黑" panose="020B0503020204020204" charset="-122"/>
              </a:defRPr>
            </a:lvl3pPr>
            <a:lvl4pPr algn="ctr">
              <a:defRPr sz="4275" b="1">
                <a:solidFill>
                  <a:srgbClr val="244B61"/>
                </a:solidFill>
                <a:latin typeface="微软雅黑" panose="020B0503020204020204" charset="-122"/>
                <a:ea typeface="微软雅黑" panose="020B0503020204020204" charset="-122"/>
                <a:cs typeface="微软雅黑" panose="020B0503020204020204" charset="-122"/>
              </a:defRPr>
            </a:lvl4pPr>
            <a:lvl5pPr algn="ctr">
              <a:defRPr sz="4275" b="1">
                <a:solidFill>
                  <a:srgbClr val="244B61"/>
                </a:solidFill>
                <a:latin typeface="微软雅黑" panose="020B0503020204020204" charset="-122"/>
                <a:ea typeface="微软雅黑" panose="020B0503020204020204" charset="-122"/>
                <a:cs typeface="微软雅黑" panose="020B0503020204020204" charset="-122"/>
              </a:defRPr>
            </a:lvl5pPr>
            <a:lvl6pPr algn="ctr">
              <a:defRPr sz="4275" b="1">
                <a:solidFill>
                  <a:srgbClr val="244B61"/>
                </a:solidFill>
                <a:latin typeface="微软雅黑" panose="020B0503020204020204" charset="-122"/>
                <a:ea typeface="微软雅黑" panose="020B0503020204020204" charset="-122"/>
                <a:cs typeface="微软雅黑" panose="020B0503020204020204" charset="-122"/>
              </a:defRPr>
            </a:lvl6pPr>
            <a:lvl7pPr algn="ctr">
              <a:defRPr sz="4275" b="1">
                <a:solidFill>
                  <a:srgbClr val="244B61"/>
                </a:solidFill>
                <a:latin typeface="微软雅黑" panose="020B0503020204020204" charset="-122"/>
                <a:ea typeface="微软雅黑" panose="020B0503020204020204" charset="-122"/>
                <a:cs typeface="微软雅黑" panose="020B0503020204020204" charset="-122"/>
              </a:defRPr>
            </a:lvl7pPr>
            <a:lvl8pPr algn="ctr">
              <a:defRPr sz="4275" b="1">
                <a:solidFill>
                  <a:srgbClr val="244B61"/>
                </a:solidFill>
                <a:latin typeface="微软雅黑" panose="020B0503020204020204" charset="-122"/>
                <a:ea typeface="微软雅黑" panose="020B0503020204020204" charset="-122"/>
                <a:cs typeface="微软雅黑" panose="020B0503020204020204" charset="-122"/>
              </a:defRPr>
            </a:lvl8pPr>
            <a:lvl9pPr algn="ctr">
              <a:defRPr sz="4275" b="1">
                <a:solidFill>
                  <a:srgbClr val="244B61"/>
                </a:solidFill>
                <a:latin typeface="微软雅黑" panose="020B0503020204020204" charset="-122"/>
                <a:ea typeface="微软雅黑" panose="020B0503020204020204" charset="-122"/>
                <a:cs typeface="微软雅黑" panose="020B0503020204020204" charset="-122"/>
              </a:defRPr>
            </a:lvl9pPr>
          </a:lstStyle>
          <a:p>
            <a:pPr algn="ctr">
              <a:buNone/>
              <a:defRPr sz="4275" b="1">
                <a:solidFill>
                  <a:srgbClr val="244B61"/>
                </a:solidFill>
                <a:latin typeface="微软雅黑" panose="020B0503020204020204" charset="-122"/>
                <a:ea typeface="微软雅黑" panose="020B0503020204020204" charset="-122"/>
                <a:cs typeface="微软雅黑" panose="020B0503020204020204" charset="-122"/>
              </a:defRPr>
            </a:pPr>
            <a:r>
              <a:rPr sz="4275" b="1">
                <a:solidFill>
                  <a:srgbClr val="244B61"/>
                </a:solidFill>
                <a:latin typeface="微软雅黑" panose="020B0503020204020204" charset="-122"/>
                <a:ea typeface="微软雅黑" panose="020B0503020204020204" charset="-122"/>
                <a:cs typeface="微软雅黑" panose="020B0503020204020204" charset="-122"/>
              </a:rPr>
              <a:t>基于 DQN 的 Breakout 智能体</a:t>
            </a:r>
            <a:endParaRPr sz="7200" b="1">
              <a:solidFill>
                <a:srgbClr val="244B61"/>
              </a:solidFill>
              <a:latin typeface="微软雅黑" panose="020B0503020204020204" charset="-122"/>
              <a:ea typeface="微软雅黑" panose="020B0503020204020204" charset="-122"/>
              <a:cs typeface="微软雅黑" panose="020B0503020204020204" charset="-122"/>
            </a:endParaRPr>
          </a:p>
        </p:txBody>
      </p:sp>
      <p:pic>
        <p:nvPicPr>
          <p:cNvPr id="12" name="图片 11"/>
          <p:cNvPicPr>
            <a:picLocks noChangeAspect="1"/>
          </p:cNvPicPr>
          <p:nvPr/>
        </p:nvPicPr>
        <p:blipFill>
          <a:blip r:embed="rId2"/>
          <a:stretch>
            <a:fillRect/>
          </a:stretch>
        </p:blipFill>
        <p:spPr>
          <a:xfrm>
            <a:off x="9855200" y="382362"/>
            <a:ext cx="1964267" cy="618074"/>
          </a:xfrm>
          <a:prstGeom prst="rect">
            <a:avLst/>
          </a:prstGeom>
        </p:spPr>
      </p:pic>
      <p:pic>
        <p:nvPicPr>
          <p:cNvPr id="2" name="图片 1"/>
          <p:cNvPicPr>
            <a:picLocks noChangeAspect="1"/>
          </p:cNvPicPr>
          <p:nvPr/>
        </p:nvPicPr>
        <p:blipFill>
          <a:blip r:embed="rId3"/>
          <a:stretch>
            <a:fillRect/>
          </a:stretch>
        </p:blipFill>
        <p:spPr>
          <a:xfrm>
            <a:off x="344170" y="333375"/>
            <a:ext cx="2924175" cy="666750"/>
          </a:xfrm>
          <a:prstGeom prst="rect">
            <a:avLst/>
          </a:prstGeom>
        </p:spPr>
      </p:pic>
      <p:sp>
        <p:nvSpPr>
          <p:cNvPr id="14" name="文本框 13"/>
          <p:cNvSpPr>
            <a:spLocks noGrp="1"/>
          </p:cNvSpPr>
          <p:nvPr/>
        </p:nvSpPr>
        <p:spPr>
          <a:xfrm>
            <a:off x="952500" y="6019800"/>
            <a:ext cx="10287000" cy="285750"/>
          </a:xfrm>
          <a:prstGeom prst="rect">
            <a:avLst/>
          </a:prstGeom>
          <a:noFill/>
        </p:spPr>
        <p:txBody>
          <a:bodyPr wrap="square" lIns="0" tIns="0" rIns="0" bIns="0">
            <a:spAutoFit/>
          </a:bodyPr>
          <a:lstStyle>
            <a:defPPr algn="ctr">
              <a:defRPr sz="1875" b="1">
                <a:solidFill>
                  <a:srgbClr val="FFFFFF"/>
                </a:solidFill>
                <a:latin typeface="微软雅黑" panose="020B0503020204020204" charset="-122"/>
                <a:ea typeface="微软雅黑" panose="020B0503020204020204" charset="-122"/>
                <a:cs typeface="微软雅黑" panose="020B0503020204020204" charset="-122"/>
              </a:defRPr>
            </a:defPPr>
            <a:lvl1pPr algn="ctr">
              <a:defRPr sz="1875" b="1">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75" b="1">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75" b="1">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75" b="1">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75" b="1">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75" b="1">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75" b="1">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75" b="1">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75" b="1">
                <a:solidFill>
                  <a:srgbClr val="FFFFFF"/>
                </a:solidFill>
                <a:latin typeface="微软雅黑" panose="020B0503020204020204" charset="-122"/>
                <a:ea typeface="微软雅黑" panose="020B0503020204020204" charset="-122"/>
                <a:cs typeface="微软雅黑" panose="020B0503020204020204" charset="-122"/>
              </a:defRPr>
            </a:lvl9pPr>
          </a:lstStyle>
          <a:p>
            <a:pPr algn="ctr">
              <a:buNone/>
              <a:defRPr sz="1875" b="1">
                <a:solidFill>
                  <a:srgbClr val="FFFFFF"/>
                </a:solidFill>
                <a:latin typeface="微软雅黑" panose="020B0503020204020204" charset="-122"/>
                <a:ea typeface="微软雅黑" panose="020B0503020204020204" charset="-122"/>
                <a:cs typeface="微软雅黑" panose="020B0503020204020204" charset="-122"/>
              </a:defRPr>
            </a:pPr>
            <a:r>
              <a:rPr sz="1875" b="1">
                <a:solidFill>
                  <a:srgbClr val="FFFFFF"/>
                </a:solidFill>
                <a:latin typeface="微软雅黑" panose="020B0503020204020204" charset="-122"/>
                <a:ea typeface="微软雅黑" panose="020B0503020204020204" charset="-122"/>
                <a:cs typeface="微软雅黑" panose="020B0503020204020204" charset="-122"/>
              </a:rPr>
              <a:t>强化学习课程终期汇报    2026年10月</a:t>
            </a:r>
            <a:endParaRPr sz="2400" b="1">
              <a:solidFill>
                <a:schemeClr val="bg1"/>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0" y="6688667"/>
            <a:ext cx="12192000" cy="169333"/>
          </a:xfrm>
          <a:prstGeom prst="rect">
            <a:avLst/>
          </a:prstGeom>
          <a:solidFill>
            <a:srgbClr val="06598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6" name="设计方法、训练过程与实验结论"/>
          <p:cNvSpPr>
            <a:spLocks noGrp="1"/>
          </p:cNvSpPr>
          <p:nvPr/>
        </p:nvSpPr>
        <p:spPr>
          <a:xfrm>
            <a:off x="1524000" y="2838450"/>
            <a:ext cx="9144000" cy="533400"/>
          </a:xfrm>
          <a:prstGeom prst="rect">
            <a:avLst/>
          </a:prstGeom>
          <a:noFill/>
          <a:ln w="0">
            <a:noFill/>
          </a:ln>
        </p:spPr>
        <p:txBody>
          <a:bodyPr wrap="square" lIns="0" tIns="0" rIns="0" bIns="0" anchor="t">
            <a:noAutofit/>
          </a:bodyPr>
          <a:lstStyle>
            <a:defPPr algn="ctr">
              <a:defRPr sz="2550" b="1">
                <a:solidFill>
                  <a:srgbClr val="244B61"/>
                </a:solidFill>
                <a:latin typeface="微软雅黑" panose="020B0503020204020204" charset="-122"/>
                <a:ea typeface="微软雅黑" panose="020B0503020204020204" charset="-122"/>
                <a:cs typeface="微软雅黑" panose="020B0503020204020204" charset="-122"/>
              </a:defRPr>
            </a:defPPr>
            <a:lvl1pPr algn="ctr">
              <a:defRPr sz="2550" b="1">
                <a:solidFill>
                  <a:srgbClr val="244B61"/>
                </a:solidFill>
                <a:latin typeface="微软雅黑" panose="020B0503020204020204" charset="-122"/>
                <a:ea typeface="微软雅黑" panose="020B0503020204020204" charset="-122"/>
                <a:cs typeface="微软雅黑" panose="020B0503020204020204" charset="-122"/>
              </a:defRPr>
            </a:lvl1pPr>
            <a:lvl2pPr algn="ctr">
              <a:defRPr sz="2550" b="1">
                <a:solidFill>
                  <a:srgbClr val="244B61"/>
                </a:solidFill>
                <a:latin typeface="微软雅黑" panose="020B0503020204020204" charset="-122"/>
                <a:ea typeface="微软雅黑" panose="020B0503020204020204" charset="-122"/>
                <a:cs typeface="微软雅黑" panose="020B0503020204020204" charset="-122"/>
              </a:defRPr>
            </a:lvl2pPr>
            <a:lvl3pPr algn="ctr">
              <a:defRPr sz="2550" b="1">
                <a:solidFill>
                  <a:srgbClr val="244B61"/>
                </a:solidFill>
                <a:latin typeface="微软雅黑" panose="020B0503020204020204" charset="-122"/>
                <a:ea typeface="微软雅黑" panose="020B0503020204020204" charset="-122"/>
                <a:cs typeface="微软雅黑" panose="020B0503020204020204" charset="-122"/>
              </a:defRPr>
            </a:lvl3pPr>
            <a:lvl4pPr algn="ctr">
              <a:defRPr sz="2550" b="1">
                <a:solidFill>
                  <a:srgbClr val="244B61"/>
                </a:solidFill>
                <a:latin typeface="微软雅黑" panose="020B0503020204020204" charset="-122"/>
                <a:ea typeface="微软雅黑" panose="020B0503020204020204" charset="-122"/>
                <a:cs typeface="微软雅黑" panose="020B0503020204020204" charset="-122"/>
              </a:defRPr>
            </a:lvl4pPr>
            <a:lvl5pPr algn="ctr">
              <a:defRPr sz="2550" b="1">
                <a:solidFill>
                  <a:srgbClr val="244B61"/>
                </a:solidFill>
                <a:latin typeface="微软雅黑" panose="020B0503020204020204" charset="-122"/>
                <a:ea typeface="微软雅黑" panose="020B0503020204020204" charset="-122"/>
                <a:cs typeface="微软雅黑" panose="020B0503020204020204" charset="-122"/>
              </a:defRPr>
            </a:lvl5pPr>
            <a:lvl6pPr algn="ctr">
              <a:defRPr sz="2550" b="1">
                <a:solidFill>
                  <a:srgbClr val="244B61"/>
                </a:solidFill>
                <a:latin typeface="微软雅黑" panose="020B0503020204020204" charset="-122"/>
                <a:ea typeface="微软雅黑" panose="020B0503020204020204" charset="-122"/>
                <a:cs typeface="微软雅黑" panose="020B0503020204020204" charset="-122"/>
              </a:defRPr>
            </a:lvl6pPr>
            <a:lvl7pPr algn="ctr">
              <a:defRPr sz="2550" b="1">
                <a:solidFill>
                  <a:srgbClr val="244B61"/>
                </a:solidFill>
                <a:latin typeface="微软雅黑" panose="020B0503020204020204" charset="-122"/>
                <a:ea typeface="微软雅黑" panose="020B0503020204020204" charset="-122"/>
                <a:cs typeface="微软雅黑" panose="020B0503020204020204" charset="-122"/>
              </a:defRPr>
            </a:lvl7pPr>
            <a:lvl8pPr algn="ctr">
              <a:defRPr sz="2550" b="1">
                <a:solidFill>
                  <a:srgbClr val="244B61"/>
                </a:solidFill>
                <a:latin typeface="微软雅黑" panose="020B0503020204020204" charset="-122"/>
                <a:ea typeface="微软雅黑" panose="020B0503020204020204" charset="-122"/>
                <a:cs typeface="微软雅黑" panose="020B0503020204020204" charset="-122"/>
              </a:defRPr>
            </a:lvl8pPr>
            <a:lvl9pPr algn="ctr">
              <a:defRPr sz="2550" b="1">
                <a:solidFill>
                  <a:srgbClr val="244B61"/>
                </a:solidFill>
                <a:latin typeface="微软雅黑" panose="020B0503020204020204" charset="-122"/>
                <a:ea typeface="微软雅黑" panose="020B0503020204020204" charset="-122"/>
                <a:cs typeface="微软雅黑" panose="020B0503020204020204" charset="-122"/>
              </a:defRPr>
            </a:lvl9pPr>
          </a:lstStyle>
          <a:p>
            <a:pPr algn="ctr">
              <a:defRPr sz="2550" b="1">
                <a:solidFill>
                  <a:srgbClr val="244B61"/>
                </a:solidFill>
                <a:latin typeface="微软雅黑" panose="020B0503020204020204" charset="-122"/>
                <a:ea typeface="微软雅黑" panose="020B0503020204020204" charset="-122"/>
                <a:cs typeface="微软雅黑" panose="020B0503020204020204" charset="-122"/>
              </a:defRPr>
            </a:pPr>
            <a:r>
              <a:rPr sz="2550" b="1">
                <a:solidFill>
                  <a:srgbClr val="244B61"/>
                </a:solidFill>
                <a:latin typeface="微软雅黑" panose="020B0503020204020204" charset="-122"/>
                <a:ea typeface="微软雅黑" panose="020B0503020204020204" charset="-122"/>
                <a:cs typeface="微软雅黑" panose="020B0503020204020204" charset="-122"/>
              </a:rPr>
              <a:t>设计方法、训练过程与实验结论</a:t>
            </a:r>
            <a:endParaRPr sz="255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17" name="赵恒升   硕2605班   M202674292     指导教师：何琨"/>
          <p:cNvSpPr>
            <a:spLocks noGrp="1"/>
          </p:cNvSpPr>
          <p:nvPr/>
        </p:nvSpPr>
        <p:spPr>
          <a:xfrm>
            <a:off x="1524000" y="4495800"/>
            <a:ext cx="9334500" cy="400050"/>
          </a:xfrm>
          <a:prstGeom prst="rect">
            <a:avLst/>
          </a:prstGeom>
          <a:noFill/>
          <a:ln w="0">
            <a:noFill/>
          </a:ln>
        </p:spPr>
        <p:txBody>
          <a:bodyPr wrap="square" lIns="0" tIns="0" rIns="0" bIns="0" anchor="t">
            <a:noAutofit/>
          </a:bodyPr>
          <a:lstStyle>
            <a:defPPr algn="ctr">
              <a:defRPr sz="1800" b="0">
                <a:solidFill>
                  <a:srgbClr val="244B61"/>
                </a:solidFill>
                <a:latin typeface="微软雅黑" panose="020B0503020204020204" charset="-122"/>
                <a:ea typeface="微软雅黑" panose="020B0503020204020204" charset="-122"/>
                <a:cs typeface="微软雅黑" panose="020B0503020204020204" charset="-122"/>
              </a:defRPr>
            </a:defPPr>
            <a:lvl1pPr algn="ctr">
              <a:defRPr sz="1800" b="0">
                <a:solidFill>
                  <a:srgbClr val="244B61"/>
                </a:solidFill>
                <a:latin typeface="微软雅黑" panose="020B0503020204020204" charset="-122"/>
                <a:ea typeface="微软雅黑" panose="020B0503020204020204" charset="-122"/>
                <a:cs typeface="微软雅黑" panose="020B0503020204020204" charset="-122"/>
              </a:defRPr>
            </a:lvl1pPr>
            <a:lvl2pPr algn="ctr">
              <a:defRPr sz="1800" b="0">
                <a:solidFill>
                  <a:srgbClr val="244B61"/>
                </a:solidFill>
                <a:latin typeface="微软雅黑" panose="020B0503020204020204" charset="-122"/>
                <a:ea typeface="微软雅黑" panose="020B0503020204020204" charset="-122"/>
                <a:cs typeface="微软雅黑" panose="020B0503020204020204" charset="-122"/>
              </a:defRPr>
            </a:lvl2pPr>
            <a:lvl3pPr algn="ctr">
              <a:defRPr sz="1800" b="0">
                <a:solidFill>
                  <a:srgbClr val="244B61"/>
                </a:solidFill>
                <a:latin typeface="微软雅黑" panose="020B0503020204020204" charset="-122"/>
                <a:ea typeface="微软雅黑" panose="020B0503020204020204" charset="-122"/>
                <a:cs typeface="微软雅黑" panose="020B0503020204020204" charset="-122"/>
              </a:defRPr>
            </a:lvl3pPr>
            <a:lvl4pPr algn="ctr">
              <a:defRPr sz="1800" b="0">
                <a:solidFill>
                  <a:srgbClr val="244B61"/>
                </a:solidFill>
                <a:latin typeface="微软雅黑" panose="020B0503020204020204" charset="-122"/>
                <a:ea typeface="微软雅黑" panose="020B0503020204020204" charset="-122"/>
                <a:cs typeface="微软雅黑" panose="020B0503020204020204" charset="-122"/>
              </a:defRPr>
            </a:lvl4pPr>
            <a:lvl5pPr algn="ctr">
              <a:defRPr sz="1800" b="0">
                <a:solidFill>
                  <a:srgbClr val="244B61"/>
                </a:solidFill>
                <a:latin typeface="微软雅黑" panose="020B0503020204020204" charset="-122"/>
                <a:ea typeface="微软雅黑" panose="020B0503020204020204" charset="-122"/>
                <a:cs typeface="微软雅黑" panose="020B0503020204020204" charset="-122"/>
              </a:defRPr>
            </a:lvl5pPr>
            <a:lvl6pPr algn="ctr">
              <a:defRPr sz="1800" b="0">
                <a:solidFill>
                  <a:srgbClr val="244B61"/>
                </a:solidFill>
                <a:latin typeface="微软雅黑" panose="020B0503020204020204" charset="-122"/>
                <a:ea typeface="微软雅黑" panose="020B0503020204020204" charset="-122"/>
                <a:cs typeface="微软雅黑" panose="020B0503020204020204" charset="-122"/>
              </a:defRPr>
            </a:lvl6pPr>
            <a:lvl7pPr algn="ctr">
              <a:defRPr sz="1800" b="0">
                <a:solidFill>
                  <a:srgbClr val="244B61"/>
                </a:solidFill>
                <a:latin typeface="微软雅黑" panose="020B0503020204020204" charset="-122"/>
                <a:ea typeface="微软雅黑" panose="020B0503020204020204" charset="-122"/>
                <a:cs typeface="微软雅黑" panose="020B0503020204020204" charset="-122"/>
              </a:defRPr>
            </a:lvl7pPr>
            <a:lvl8pPr algn="ctr">
              <a:defRPr sz="1800" b="0">
                <a:solidFill>
                  <a:srgbClr val="244B61"/>
                </a:solidFill>
                <a:latin typeface="微软雅黑" panose="020B0503020204020204" charset="-122"/>
                <a:ea typeface="微软雅黑" panose="020B0503020204020204" charset="-122"/>
                <a:cs typeface="微软雅黑" panose="020B0503020204020204" charset="-122"/>
              </a:defRPr>
            </a:lvl8pPr>
            <a:lvl9pPr algn="ctr">
              <a:defRPr sz="1800" b="0">
                <a:solidFill>
                  <a:srgbClr val="244B61"/>
                </a:solidFill>
                <a:latin typeface="微软雅黑" panose="020B0503020204020204" charset="-122"/>
                <a:ea typeface="微软雅黑" panose="020B0503020204020204" charset="-122"/>
                <a:cs typeface="微软雅黑" panose="020B0503020204020204" charset="-122"/>
              </a:defRPr>
            </a:lvl9pPr>
          </a:lstStyle>
          <a:p>
            <a:pPr algn="ctr">
              <a:defRPr sz="1800" b="0">
                <a:solidFill>
                  <a:srgbClr val="244B61"/>
                </a:solidFill>
                <a:latin typeface="微软雅黑" panose="020B0503020204020204" charset="-122"/>
                <a:ea typeface="微软雅黑" panose="020B0503020204020204" charset="-122"/>
                <a:cs typeface="微软雅黑" panose="020B0503020204020204" charset="-122"/>
              </a:defRPr>
            </a:pPr>
            <a:r>
              <a:rPr sz="1800" b="1">
                <a:solidFill>
                  <a:schemeClr val="bg1"/>
                </a:solidFill>
                <a:latin typeface="微软雅黑" panose="020B0503020204020204" charset="-122"/>
                <a:ea typeface="微软雅黑" panose="020B0503020204020204" charset="-122"/>
                <a:cs typeface="微软雅黑" panose="020B0503020204020204" charset="-122"/>
              </a:rPr>
              <a:t>赵恒升   硕2605班  </a:t>
            </a:r>
            <a:endParaRPr sz="1800" b="1">
              <a:solidFill>
                <a:schemeClr val="bg1"/>
              </a:solidFill>
              <a:latin typeface="微软雅黑" panose="020B0503020204020204" charset="-122"/>
              <a:ea typeface="微软雅黑" panose="020B0503020204020204" charset="-122"/>
              <a:cs typeface="微软雅黑" panose="020B0503020204020204" charset="-122"/>
            </a:endParaRPr>
          </a:p>
          <a:p>
            <a:pPr algn="ctr">
              <a:defRPr sz="1800" b="0">
                <a:solidFill>
                  <a:srgbClr val="244B61"/>
                </a:solidFill>
                <a:latin typeface="微软雅黑" panose="020B0503020204020204" charset="-122"/>
                <a:ea typeface="微软雅黑" panose="020B0503020204020204" charset="-122"/>
                <a:cs typeface="微软雅黑" panose="020B0503020204020204" charset="-122"/>
              </a:defRPr>
            </a:pPr>
            <a:r>
              <a:rPr lang="zh-CN" sz="1800" b="1">
                <a:solidFill>
                  <a:schemeClr val="bg1"/>
                </a:solidFill>
                <a:latin typeface="微软雅黑" panose="020B0503020204020204" charset="-122"/>
                <a:ea typeface="微软雅黑" panose="020B0503020204020204" charset="-122"/>
                <a:cs typeface="微软雅黑" panose="020B0503020204020204" charset="-122"/>
              </a:rPr>
              <a:t>刘柯佟</a:t>
            </a:r>
            <a:r>
              <a:rPr lang="en-US" altLang="zh-CN" sz="1800" b="1">
                <a:solidFill>
                  <a:schemeClr val="bg1"/>
                </a:solidFill>
                <a:latin typeface="微软雅黑" panose="020B0503020204020204" charset="-122"/>
                <a:ea typeface="微软雅黑" panose="020B0503020204020204" charset="-122"/>
                <a:cs typeface="微软雅黑" panose="020B0503020204020204" charset="-122"/>
              </a:rPr>
              <a:t>   </a:t>
            </a:r>
            <a:r>
              <a:rPr lang="zh-CN" altLang="en-US" sz="1800" b="1">
                <a:solidFill>
                  <a:schemeClr val="bg1"/>
                </a:solidFill>
                <a:latin typeface="微软雅黑" panose="020B0503020204020204" charset="-122"/>
                <a:ea typeface="微软雅黑" panose="020B0503020204020204" charset="-122"/>
                <a:cs typeface="微软雅黑" panose="020B0503020204020204" charset="-122"/>
              </a:rPr>
              <a:t>硕</a:t>
            </a:r>
            <a:r>
              <a:rPr lang="en-US" altLang="zh-CN" sz="1800" b="1">
                <a:solidFill>
                  <a:schemeClr val="bg1"/>
                </a:solidFill>
                <a:latin typeface="微软雅黑" panose="020B0503020204020204" charset="-122"/>
                <a:ea typeface="微软雅黑" panose="020B0503020204020204" charset="-122"/>
                <a:cs typeface="微软雅黑" panose="020B0503020204020204" charset="-122"/>
              </a:rPr>
              <a:t>2605</a:t>
            </a:r>
            <a:r>
              <a:rPr lang="zh-CN" altLang="en-US" sz="1800" b="1">
                <a:solidFill>
                  <a:schemeClr val="bg1"/>
                </a:solidFill>
                <a:latin typeface="微软雅黑" panose="020B0503020204020204" charset="-122"/>
                <a:ea typeface="微软雅黑" panose="020B0503020204020204" charset="-122"/>
                <a:cs typeface="微软雅黑" panose="020B0503020204020204" charset="-122"/>
              </a:rPr>
              <a:t>班</a:t>
            </a:r>
            <a:endParaRPr lang="zh-CN" altLang="en-US" sz="1800" b="1">
              <a:solidFill>
                <a:schemeClr val="bg1"/>
              </a:solidFill>
              <a:latin typeface="微软雅黑" panose="020B0503020204020204" charset="-122"/>
              <a:ea typeface="微软雅黑" panose="020B0503020204020204" charset="-122"/>
              <a:cs typeface="微软雅黑" panose="020B0503020204020204" charset="-122"/>
            </a:endParaRPr>
          </a:p>
          <a:p>
            <a:pPr algn="ctr">
              <a:defRPr sz="1800" b="0">
                <a:solidFill>
                  <a:srgbClr val="244B61"/>
                </a:solidFill>
                <a:latin typeface="微软雅黑" panose="020B0503020204020204" charset="-122"/>
                <a:ea typeface="微软雅黑" panose="020B0503020204020204" charset="-122"/>
                <a:cs typeface="微软雅黑" panose="020B0503020204020204" charset="-122"/>
              </a:defRPr>
            </a:pPr>
            <a:r>
              <a:rPr lang="zh-CN" altLang="en-US" sz="1800" b="1">
                <a:solidFill>
                  <a:schemeClr val="bg1"/>
                </a:solidFill>
                <a:latin typeface="微软雅黑" panose="020B0503020204020204" charset="-122"/>
                <a:ea typeface="微软雅黑" panose="020B0503020204020204" charset="-122"/>
                <a:cs typeface="微软雅黑" panose="020B0503020204020204" charset="-122"/>
              </a:rPr>
              <a:t>刘俊铖</a:t>
            </a:r>
            <a:r>
              <a:rPr lang="en-US" altLang="zh-CN" sz="1800" b="1">
                <a:solidFill>
                  <a:schemeClr val="bg1"/>
                </a:solidFill>
                <a:latin typeface="微软雅黑" panose="020B0503020204020204" charset="-122"/>
                <a:ea typeface="微软雅黑" panose="020B0503020204020204" charset="-122"/>
                <a:cs typeface="微软雅黑" panose="020B0503020204020204" charset="-122"/>
              </a:rPr>
              <a:t>   </a:t>
            </a:r>
            <a:r>
              <a:rPr lang="zh-CN" altLang="en-US" sz="1800" b="1">
                <a:solidFill>
                  <a:schemeClr val="bg1"/>
                </a:solidFill>
                <a:latin typeface="微软雅黑" panose="020B0503020204020204" charset="-122"/>
                <a:ea typeface="微软雅黑" panose="020B0503020204020204" charset="-122"/>
                <a:cs typeface="微软雅黑" panose="020B0503020204020204" charset="-122"/>
              </a:rPr>
              <a:t>硕</a:t>
            </a:r>
            <a:r>
              <a:rPr lang="en-US" altLang="zh-CN" sz="1800" b="1">
                <a:solidFill>
                  <a:schemeClr val="bg1"/>
                </a:solidFill>
                <a:latin typeface="微软雅黑" panose="020B0503020204020204" charset="-122"/>
                <a:ea typeface="微软雅黑" panose="020B0503020204020204" charset="-122"/>
                <a:cs typeface="微软雅黑" panose="020B0503020204020204" charset="-122"/>
              </a:rPr>
              <a:t>2605</a:t>
            </a:r>
            <a:r>
              <a:rPr lang="zh-CN" altLang="en-US" sz="1800" b="1">
                <a:solidFill>
                  <a:schemeClr val="bg1"/>
                </a:solidFill>
                <a:latin typeface="微软雅黑" panose="020B0503020204020204" charset="-122"/>
                <a:ea typeface="微软雅黑" panose="020B0503020204020204" charset="-122"/>
                <a:cs typeface="微软雅黑" panose="020B0503020204020204" charset="-122"/>
              </a:rPr>
              <a:t>班</a:t>
            </a:r>
            <a:endParaRPr lang="zh-CN" altLang="en-US" sz="1800" b="1">
              <a:solidFill>
                <a:schemeClr val="bg1"/>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1">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2"/>
          <a:stretch>
            <a:fillRect/>
          </a:stretch>
        </p:blipFill>
        <p:spPr>
          <a:xfrm>
            <a:off x="344170" y="333375"/>
            <a:ext cx="2924175" cy="666750"/>
          </a:xfrm>
          <a:prstGeom prst="rect">
            <a:avLst/>
          </a:prstGeom>
        </p:spPr>
      </p:pic>
      <p:sp>
        <p:nvSpPr>
          <p:cNvPr id="8" name="任务定义与实验边界"/>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任务定义与实验边界</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02"/>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02</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pic>
        <p:nvPicPr>
          <p:cNvPr id="11" name="图片 10"/>
          <p:cNvPicPr>
            <a:picLocks noChangeAspect="1"/>
          </p:cNvPicPr>
          <p:nvPr/>
        </p:nvPicPr>
        <p:blipFill>
          <a:blip r:embed="rId3"/>
          <a:stretch>
            <a:fillRect/>
          </a:stretch>
        </p:blipFill>
        <p:spPr>
          <a:xfrm>
            <a:off x="523875" y="2879369"/>
            <a:ext cx="3381375" cy="2289887"/>
          </a:xfrm>
          <a:prstGeom prst="rect">
            <a:avLst/>
          </a:prstGeom>
        </p:spPr>
      </p:pic>
      <p:graphicFrame>
        <p:nvGraphicFramePr>
          <p:cNvPr id="12" name="表格 11"/>
          <p:cNvGraphicFramePr/>
          <p:nvPr/>
        </p:nvGraphicFramePr>
        <p:xfrm>
          <a:off x="4229100" y="2038350"/>
          <a:ext cx="7429500" cy="3143250"/>
        </p:xfrm>
        <a:graphic>
          <a:graphicData uri="http://schemas.openxmlformats.org/drawingml/2006/table">
            <a:tbl>
              <a:tblPr/>
              <a:tblGrid>
                <a:gridCol w="1524000"/>
                <a:gridCol w="5905500"/>
              </a:tblGrid>
              <a:tr h="523875">
                <a:tc>
                  <a:txBody>
                    <a:bodyPr wrap="square">
                      <a:spAutoFit/>
                    </a:bodyPr>
                    <a:lstStyle/>
                    <a:p>
                      <a:pPr algn="l"/>
                      <a:r>
                        <a:rPr sz="1725" b="1">
                          <a:solidFill>
                            <a:srgbClr val="FFFFFF"/>
                          </a:solidFill>
                          <a:latin typeface="微软雅黑" panose="020B0503020204020204" charset="-122"/>
                          <a:ea typeface="微软雅黑" panose="020B0503020204020204" charset="-122"/>
                          <a:cs typeface="微软雅黑" panose="020B0503020204020204" charset="-122"/>
                        </a:rPr>
                        <a:t>要素</a:t>
                      </a:r>
                      <a:endParaRPr sz="1725"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725" b="1">
                          <a:solidFill>
                            <a:srgbClr val="FFFFFF"/>
                          </a:solidFill>
                          <a:latin typeface="微软雅黑" panose="020B0503020204020204" charset="-122"/>
                          <a:ea typeface="微软雅黑" panose="020B0503020204020204" charset="-122"/>
                          <a:cs typeface="微软雅黑" panose="020B0503020204020204" charset="-122"/>
                        </a:rPr>
                        <a:t>本项目定义</a:t>
                      </a:r>
                      <a:endParaRPr sz="1725"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r>
              <a:tr h="523875">
                <a:tc>
                  <a:txBody>
                    <a:bodyPr wrap="square">
                      <a:spAutoFit/>
                    </a:bodyPr>
                    <a:lstStyle/>
                    <a:p>
                      <a:pPr algn="l"/>
                      <a:r>
                        <a:rPr sz="1725" b="0">
                          <a:solidFill>
                            <a:srgbClr val="1B2938"/>
                          </a:solidFill>
                          <a:latin typeface="微软雅黑" panose="020B0503020204020204" charset="-122"/>
                          <a:ea typeface="微软雅黑" panose="020B0503020204020204" charset="-122"/>
                          <a:cs typeface="微软雅黑" panose="020B0503020204020204" charset="-122"/>
                        </a:rPr>
                        <a:t>观测</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725" b="0">
                          <a:solidFill>
                            <a:srgbClr val="1B2938"/>
                          </a:solidFill>
                          <a:latin typeface="微软雅黑" panose="020B0503020204020204" charset="-122"/>
                          <a:ea typeface="微软雅黑" panose="020B0503020204020204" charset="-122"/>
                          <a:cs typeface="微软雅黑" panose="020B0503020204020204" charset="-122"/>
                        </a:rPr>
                        <a:t>4 × 84 × 84 连续灰度画面</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523875">
                <a:tc>
                  <a:txBody>
                    <a:bodyPr wrap="square">
                      <a:spAutoFit/>
                    </a:bodyPr>
                    <a:lstStyle/>
                    <a:p>
                      <a:pPr algn="l"/>
                      <a:r>
                        <a:rPr sz="1725" b="0">
                          <a:solidFill>
                            <a:srgbClr val="1B2938"/>
                          </a:solidFill>
                          <a:latin typeface="微软雅黑" panose="020B0503020204020204" charset="-122"/>
                          <a:ea typeface="微软雅黑" panose="020B0503020204020204" charset="-122"/>
                          <a:cs typeface="微软雅黑" panose="020B0503020204020204" charset="-122"/>
                        </a:rPr>
                        <a:t>动作</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725" b="0">
                          <a:solidFill>
                            <a:srgbClr val="1B2938"/>
                          </a:solidFill>
                          <a:latin typeface="微软雅黑" panose="020B0503020204020204" charset="-122"/>
                          <a:ea typeface="微软雅黑" panose="020B0503020204020204" charset="-122"/>
                          <a:cs typeface="微软雅黑" panose="020B0503020204020204" charset="-122"/>
                        </a:rPr>
                        <a:t>NOOP / FIRE / RIGHT / LEFT</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523875">
                <a:tc>
                  <a:txBody>
                    <a:bodyPr wrap="square">
                      <a:spAutoFit/>
                    </a:bodyPr>
                    <a:lstStyle/>
                    <a:p>
                      <a:pPr algn="l"/>
                      <a:r>
                        <a:rPr sz="1725" b="0">
                          <a:solidFill>
                            <a:srgbClr val="1B2938"/>
                          </a:solidFill>
                          <a:latin typeface="微软雅黑" panose="020B0503020204020204" charset="-122"/>
                          <a:ea typeface="微软雅黑" panose="020B0503020204020204" charset="-122"/>
                          <a:cs typeface="微软雅黑" panose="020B0503020204020204" charset="-122"/>
                        </a:rPr>
                        <a:t>奖励</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725" b="0">
                          <a:solidFill>
                            <a:srgbClr val="1B2938"/>
                          </a:solidFill>
                          <a:latin typeface="微软雅黑" panose="020B0503020204020204" charset="-122"/>
                          <a:ea typeface="微软雅黑" panose="020B0503020204020204" charset="-122"/>
                          <a:cs typeface="微软雅黑" panose="020B0503020204020204" charset="-122"/>
                        </a:rPr>
                        <a:t>原生击砖分数，不裁剪、不塑形</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523875">
                <a:tc>
                  <a:txBody>
                    <a:bodyPr wrap="square">
                      <a:spAutoFit/>
                    </a:bodyPr>
                    <a:lstStyle/>
                    <a:p>
                      <a:pPr algn="l"/>
                      <a:r>
                        <a:rPr sz="1725" b="0">
                          <a:solidFill>
                            <a:srgbClr val="1B2938"/>
                          </a:solidFill>
                          <a:latin typeface="微软雅黑" panose="020B0503020204020204" charset="-122"/>
                          <a:ea typeface="微软雅黑" panose="020B0503020204020204" charset="-122"/>
                          <a:cs typeface="微软雅黑" panose="020B0503020204020204" charset="-122"/>
                        </a:rPr>
                        <a:t>回合</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725" b="0">
                          <a:solidFill>
                            <a:srgbClr val="1B2938"/>
                          </a:solidFill>
                          <a:latin typeface="微软雅黑" panose="020B0503020204020204" charset="-122"/>
                          <a:ea typeface="微软雅黑" panose="020B0503020204020204" charset="-122"/>
                          <a:cs typeface="微软雅黑" panose="020B0503020204020204" charset="-122"/>
                        </a:rPr>
                        <a:t>5 条生命，2 面砖墙，满分 864</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523875">
                <a:tc>
                  <a:txBody>
                    <a:bodyPr wrap="square">
                      <a:spAutoFit/>
                    </a:bodyPr>
                    <a:lstStyle/>
                    <a:p>
                      <a:pPr algn="l"/>
                      <a:r>
                        <a:rPr sz="1725" b="0">
                          <a:solidFill>
                            <a:srgbClr val="1B2938"/>
                          </a:solidFill>
                          <a:latin typeface="微软雅黑" panose="020B0503020204020204" charset="-122"/>
                          <a:ea typeface="微软雅黑" panose="020B0503020204020204" charset="-122"/>
                          <a:cs typeface="微软雅黑" panose="020B0503020204020204" charset="-122"/>
                        </a:rPr>
                        <a:t>固定规则</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725" b="0">
                          <a:solidFill>
                            <a:srgbClr val="1B2938"/>
                          </a:solidFill>
                          <a:latin typeface="微软雅黑" panose="020B0503020204020204" charset="-122"/>
                          <a:ea typeface="微软雅黑" panose="020B0503020204020204" charset="-122"/>
                          <a:cs typeface="微软雅黑" panose="020B0503020204020204" charset="-122"/>
                        </a:rPr>
                        <a:t>球速 120 px/s，挡板宽 16 px</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bl>
          </a:graphicData>
        </a:graphic>
      </p:graphicFrame>
      <p:sp>
        <p:nvSpPr>
          <p:cNvPr id="13" name="研究难点"/>
          <p:cNvSpPr>
            <a:spLocks noGrp="1"/>
          </p:cNvSpPr>
          <p:nvPr/>
        </p:nvSpPr>
        <p:spPr>
          <a:xfrm>
            <a:off x="4229100" y="5391150"/>
            <a:ext cx="1619250" cy="323850"/>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研究难点</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4" name="从画面推断运动趋势，并把延迟的击砖收益分配给先前动作。"/>
          <p:cNvSpPr>
            <a:spLocks noGrp="1"/>
          </p:cNvSpPr>
          <p:nvPr/>
        </p:nvSpPr>
        <p:spPr>
          <a:xfrm>
            <a:off x="4229100" y="5800725"/>
            <a:ext cx="7410450" cy="523875"/>
          </a:xfrm>
          <a:prstGeom prst="rect">
            <a:avLst/>
          </a:prstGeom>
          <a:noFill/>
          <a:ln w="0">
            <a:noFill/>
          </a:ln>
        </p:spPr>
        <p:txBody>
          <a:bodyPr wrap="square" lIns="0" tIns="0" rIns="0" bIns="0" anchor="t">
            <a:noAutofit/>
          </a:bodyPr>
          <a:lstStyle>
            <a:defPPr algn="l">
              <a:defRPr sz="1725" b="0">
                <a:solidFill>
                  <a:srgbClr val="1B2938"/>
                </a:solidFill>
                <a:latin typeface="微软雅黑" panose="020B0503020204020204" charset="-122"/>
                <a:ea typeface="微软雅黑" panose="020B0503020204020204" charset="-122"/>
                <a:cs typeface="微软雅黑" panose="020B0503020204020204" charset="-122"/>
              </a:defRPr>
            </a:defPPr>
            <a:lvl1pPr algn="l">
              <a:defRPr sz="1725"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725"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725"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725"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725"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725"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725"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725"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725"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从画面推断运动趋势，并把延迟的击砖收益分配给先前动作。</a:t>
            </a:r>
            <a:endParaRPr sz="1725"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5" name="自制 FixedSpeedBreakout-v0，物理版本 3；自动发球由包装器完成；成绩"/>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自制 FixedSpeedBreakout-v0，物理版本 3；自动发球由包装器完成；成绩不与 ALE 排行榜直接比较。</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1">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2"/>
          <a:stretch>
            <a:fillRect/>
          </a:stretch>
        </p:blipFill>
        <p:spPr>
          <a:xfrm>
            <a:off x="344170" y="333375"/>
            <a:ext cx="2924175" cy="666750"/>
          </a:xfrm>
          <a:prstGeom prst="rect">
            <a:avLst/>
          </a:prstGeom>
        </p:spPr>
      </p:pic>
      <p:sp>
        <p:nvSpPr>
          <p:cNvPr id="8" name="为什么本项目只使用 DQN"/>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为什么本项目只使用 DQN</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03"/>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03</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1" name="任务适配"/>
          <p:cNvSpPr>
            <a:spLocks noGrp="1"/>
          </p:cNvSpPr>
          <p:nvPr/>
        </p:nvSpPr>
        <p:spPr>
          <a:xfrm>
            <a:off x="523875" y="2057400"/>
            <a:ext cx="3400425"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任务适配</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2" name="4 个离散动作直接对应 4 个 Q 值；CNN 处理连续图像。"/>
          <p:cNvSpPr>
            <a:spLocks noGrp="1"/>
          </p:cNvSpPr>
          <p:nvPr/>
        </p:nvSpPr>
        <p:spPr>
          <a:xfrm>
            <a:off x="523875" y="2466975"/>
            <a:ext cx="3400425" cy="1219200"/>
          </a:xfrm>
          <a:prstGeom prst="rect">
            <a:avLst/>
          </a:prstGeom>
          <a:noFill/>
          <a:ln w="0">
            <a:noFill/>
          </a:ln>
        </p:spPr>
        <p:txBody>
          <a:bodyPr wrap="square" lIns="0" tIns="0" rIns="0" bIns="0" anchor="t">
            <a:noAutofit/>
          </a:bodyPr>
          <a:lstStyle>
            <a:defPPr algn="l">
              <a:defRPr sz="1725" b="0">
                <a:solidFill>
                  <a:srgbClr val="1B2938"/>
                </a:solidFill>
                <a:latin typeface="微软雅黑" panose="020B0503020204020204" charset="-122"/>
                <a:ea typeface="微软雅黑" panose="020B0503020204020204" charset="-122"/>
                <a:cs typeface="微软雅黑" panose="020B0503020204020204" charset="-122"/>
              </a:defRPr>
            </a:defPPr>
            <a:lvl1pPr algn="l">
              <a:defRPr sz="1725"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725"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725"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725"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725"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725"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725"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725"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725"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4 个离散动作直接对应 4 个 Q 值；CNN 处理连续图像。</a:t>
            </a:r>
            <a:endParaRPr sz="1725"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3" name="交互数据复用"/>
          <p:cNvSpPr>
            <a:spLocks noGrp="1"/>
          </p:cNvSpPr>
          <p:nvPr/>
        </p:nvSpPr>
        <p:spPr>
          <a:xfrm>
            <a:off x="4286250" y="2057400"/>
            <a:ext cx="3400425"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交互数据复用</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4" name="经验回放反复使用已采样轨迹，便于研究固定交互预算。"/>
          <p:cNvSpPr>
            <a:spLocks noGrp="1"/>
          </p:cNvSpPr>
          <p:nvPr/>
        </p:nvSpPr>
        <p:spPr>
          <a:xfrm>
            <a:off x="4286250" y="2466975"/>
            <a:ext cx="3400425" cy="1219200"/>
          </a:xfrm>
          <a:prstGeom prst="rect">
            <a:avLst/>
          </a:prstGeom>
          <a:noFill/>
          <a:ln w="0">
            <a:noFill/>
          </a:ln>
        </p:spPr>
        <p:txBody>
          <a:bodyPr wrap="square" lIns="0" tIns="0" rIns="0" bIns="0" anchor="t">
            <a:noAutofit/>
          </a:bodyPr>
          <a:lstStyle>
            <a:defPPr algn="l">
              <a:defRPr sz="1725" b="0">
                <a:solidFill>
                  <a:srgbClr val="1B2938"/>
                </a:solidFill>
                <a:latin typeface="微软雅黑" panose="020B0503020204020204" charset="-122"/>
                <a:ea typeface="微软雅黑" panose="020B0503020204020204" charset="-122"/>
                <a:cs typeface="微软雅黑" panose="020B0503020204020204" charset="-122"/>
              </a:defRPr>
            </a:defPPr>
            <a:lvl1pPr algn="l">
              <a:defRPr sz="1725"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725"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725"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725"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725"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725"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725"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725"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725"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经验回放反复使用已采样轨迹，便于研究固定交互预算。</a:t>
            </a:r>
            <a:endParaRPr sz="1725"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5" name="研究问题聚焦"/>
          <p:cNvSpPr>
            <a:spLocks noGrp="1"/>
          </p:cNvSpPr>
          <p:nvPr/>
        </p:nvSpPr>
        <p:spPr>
          <a:xfrm>
            <a:off x="8048625" y="2057400"/>
            <a:ext cx="3476625"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研究问题聚焦</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6" name="围绕继续训练的回退、恢复尝试与选模展开 4 项训练。"/>
          <p:cNvSpPr>
            <a:spLocks noGrp="1"/>
          </p:cNvSpPr>
          <p:nvPr/>
        </p:nvSpPr>
        <p:spPr>
          <a:xfrm>
            <a:off x="8048625" y="2466975"/>
            <a:ext cx="3476625" cy="1219200"/>
          </a:xfrm>
          <a:prstGeom prst="rect">
            <a:avLst/>
          </a:prstGeom>
          <a:noFill/>
          <a:ln w="0">
            <a:noFill/>
          </a:ln>
        </p:spPr>
        <p:txBody>
          <a:bodyPr wrap="square" lIns="0" tIns="0" rIns="0" bIns="0" anchor="t">
            <a:noAutofit/>
          </a:bodyPr>
          <a:lstStyle>
            <a:defPPr algn="l">
              <a:defRPr sz="1725" b="0">
                <a:solidFill>
                  <a:srgbClr val="1B2938"/>
                </a:solidFill>
                <a:latin typeface="微软雅黑" panose="020B0503020204020204" charset="-122"/>
                <a:ea typeface="微软雅黑" panose="020B0503020204020204" charset="-122"/>
                <a:cs typeface="微软雅黑" panose="020B0503020204020204" charset="-122"/>
              </a:defRPr>
            </a:defPPr>
            <a:lvl1pPr algn="l">
              <a:defRPr sz="1725"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725"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725"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725"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725"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725"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725"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725"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725"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围绕继续训练的回退、恢复尝试与选模展开 4 项训练。</a:t>
            </a:r>
            <a:endParaRPr sz="1725" b="0">
              <a:solidFill>
                <a:srgbClr val="1B2938"/>
              </a:solidFill>
              <a:latin typeface="微软雅黑" panose="020B0503020204020204" charset="-122"/>
              <a:ea typeface="微软雅黑" panose="020B0503020204020204" charset="-122"/>
              <a:cs typeface="微软雅黑" panose="020B0503020204020204" charset="-122"/>
            </a:endParaRPr>
          </a:p>
        </p:txBody>
      </p:sp>
      <p:graphicFrame>
        <p:nvGraphicFramePr>
          <p:cNvPr id="17" name="表格 16"/>
          <p:cNvGraphicFramePr/>
          <p:nvPr/>
        </p:nvGraphicFramePr>
        <p:xfrm>
          <a:off x="523875" y="3714750"/>
          <a:ext cx="11125200" cy="2076452"/>
        </p:xfrm>
        <a:graphic>
          <a:graphicData uri="http://schemas.openxmlformats.org/drawingml/2006/table">
            <a:tbl>
              <a:tblPr/>
              <a:tblGrid>
                <a:gridCol w="1905000"/>
                <a:gridCol w="4000500"/>
                <a:gridCol w="5219700"/>
              </a:tblGrid>
              <a:tr h="519113">
                <a:tc>
                  <a:txBody>
                    <a:bodyPr wrap="square">
                      <a:spAutoFit/>
                    </a:bodyPr>
                    <a:lstStyle/>
                    <a:p>
                      <a:pPr algn="l"/>
                      <a:r>
                        <a:rPr sz="1650" b="1">
                          <a:solidFill>
                            <a:srgbClr val="FFFFFF"/>
                          </a:solidFill>
                          <a:latin typeface="微软雅黑" panose="020B0503020204020204" charset="-122"/>
                          <a:ea typeface="微软雅黑" panose="020B0503020204020204" charset="-122"/>
                          <a:cs typeface="微软雅黑" panose="020B0503020204020204" charset="-122"/>
                        </a:rPr>
                        <a:t>候选方法</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与本任务的关系</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本项目的取舍</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r>
              <a:tr h="51911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DQN</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离散动作、像素输入、经验回放</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作为统一方法，开展阶段实验</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51911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PPO / A2C</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同样支持离散动作，属于可行对照</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未开展训练，不推断性能优劣</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51911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SAC / TD3</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SB3 标准实现面向连续动作</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当前 Discrete(4) 接口不能直接替换</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bl>
          </a:graphicData>
        </a:graphic>
      </p:graphicFrame>
      <p:sp>
        <p:nvSpPr>
          <p:cNvPr id="18" name="结论范围：选择 DQN 有任务与实验设计依据，现有数据不支持跨算法优劣排名。"/>
          <p:cNvSpPr>
            <a:spLocks noGrp="1"/>
          </p:cNvSpPr>
          <p:nvPr/>
        </p:nvSpPr>
        <p:spPr>
          <a:xfrm>
            <a:off x="523875" y="5953125"/>
            <a:ext cx="11144250" cy="342900"/>
          </a:xfrm>
          <a:prstGeom prst="rect">
            <a:avLst/>
          </a:prstGeom>
          <a:noFill/>
          <a:ln w="0">
            <a:noFill/>
          </a:ln>
        </p:spPr>
        <p:txBody>
          <a:bodyPr wrap="square" lIns="0" tIns="0" rIns="0" bIns="0" anchor="t">
            <a:noAutofit/>
          </a:bodyPr>
          <a:lstStyle>
            <a:defPPr algn="l">
              <a:defRPr sz="1725" b="1">
                <a:solidFill>
                  <a:srgbClr val="AF5845"/>
                </a:solidFill>
                <a:latin typeface="微软雅黑" panose="020B0503020204020204" charset="-122"/>
                <a:ea typeface="微软雅黑" panose="020B0503020204020204" charset="-122"/>
                <a:cs typeface="微软雅黑" panose="020B0503020204020204" charset="-122"/>
              </a:defRPr>
            </a:defPPr>
            <a:lvl1pPr algn="l">
              <a:defRPr sz="1725" b="1">
                <a:solidFill>
                  <a:srgbClr val="AF5845"/>
                </a:solidFill>
                <a:latin typeface="微软雅黑" panose="020B0503020204020204" charset="-122"/>
                <a:ea typeface="微软雅黑" panose="020B0503020204020204" charset="-122"/>
                <a:cs typeface="微软雅黑" panose="020B0503020204020204" charset="-122"/>
              </a:defRPr>
            </a:lvl1pPr>
            <a:lvl2pPr algn="l">
              <a:defRPr sz="1725" b="1">
                <a:solidFill>
                  <a:srgbClr val="AF5845"/>
                </a:solidFill>
                <a:latin typeface="微软雅黑" panose="020B0503020204020204" charset="-122"/>
                <a:ea typeface="微软雅黑" panose="020B0503020204020204" charset="-122"/>
                <a:cs typeface="微软雅黑" panose="020B0503020204020204" charset="-122"/>
              </a:defRPr>
            </a:lvl2pPr>
            <a:lvl3pPr algn="l">
              <a:defRPr sz="1725" b="1">
                <a:solidFill>
                  <a:srgbClr val="AF5845"/>
                </a:solidFill>
                <a:latin typeface="微软雅黑" panose="020B0503020204020204" charset="-122"/>
                <a:ea typeface="微软雅黑" panose="020B0503020204020204" charset="-122"/>
                <a:cs typeface="微软雅黑" panose="020B0503020204020204" charset="-122"/>
              </a:defRPr>
            </a:lvl3pPr>
            <a:lvl4pPr algn="l">
              <a:defRPr sz="1725" b="1">
                <a:solidFill>
                  <a:srgbClr val="AF5845"/>
                </a:solidFill>
                <a:latin typeface="微软雅黑" panose="020B0503020204020204" charset="-122"/>
                <a:ea typeface="微软雅黑" panose="020B0503020204020204" charset="-122"/>
                <a:cs typeface="微软雅黑" panose="020B0503020204020204" charset="-122"/>
              </a:defRPr>
            </a:lvl4pPr>
            <a:lvl5pPr algn="l">
              <a:defRPr sz="1725" b="1">
                <a:solidFill>
                  <a:srgbClr val="AF5845"/>
                </a:solidFill>
                <a:latin typeface="微软雅黑" panose="020B0503020204020204" charset="-122"/>
                <a:ea typeface="微软雅黑" panose="020B0503020204020204" charset="-122"/>
                <a:cs typeface="微软雅黑" panose="020B0503020204020204" charset="-122"/>
              </a:defRPr>
            </a:lvl5pPr>
            <a:lvl6pPr algn="l">
              <a:defRPr sz="1725" b="1">
                <a:solidFill>
                  <a:srgbClr val="AF5845"/>
                </a:solidFill>
                <a:latin typeface="微软雅黑" panose="020B0503020204020204" charset="-122"/>
                <a:ea typeface="微软雅黑" panose="020B0503020204020204" charset="-122"/>
                <a:cs typeface="微软雅黑" panose="020B0503020204020204" charset="-122"/>
              </a:defRPr>
            </a:lvl6pPr>
            <a:lvl7pPr algn="l">
              <a:defRPr sz="1725" b="1">
                <a:solidFill>
                  <a:srgbClr val="AF5845"/>
                </a:solidFill>
                <a:latin typeface="微软雅黑" panose="020B0503020204020204" charset="-122"/>
                <a:ea typeface="微软雅黑" panose="020B0503020204020204" charset="-122"/>
                <a:cs typeface="微软雅黑" panose="020B0503020204020204" charset="-122"/>
              </a:defRPr>
            </a:lvl7pPr>
            <a:lvl8pPr algn="l">
              <a:defRPr sz="1725" b="1">
                <a:solidFill>
                  <a:srgbClr val="AF5845"/>
                </a:solidFill>
                <a:latin typeface="微软雅黑" panose="020B0503020204020204" charset="-122"/>
                <a:ea typeface="微软雅黑" panose="020B0503020204020204" charset="-122"/>
                <a:cs typeface="微软雅黑" panose="020B0503020204020204" charset="-122"/>
              </a:defRPr>
            </a:lvl8pPr>
            <a:lvl9pPr algn="l">
              <a:defRPr sz="1725" b="1">
                <a:solidFill>
                  <a:srgbClr val="AF5845"/>
                </a:solidFill>
                <a:latin typeface="微软雅黑" panose="020B0503020204020204" charset="-122"/>
                <a:ea typeface="微软雅黑" panose="020B0503020204020204" charset="-122"/>
                <a:cs typeface="微软雅黑" panose="020B0503020204020204" charset="-122"/>
              </a:defRPr>
            </a:lvl9pPr>
          </a:lstStyle>
          <a:p>
            <a:pPr algn="l">
              <a:defRPr sz="1725" b="1">
                <a:solidFill>
                  <a:srgbClr val="AF5845"/>
                </a:solidFill>
                <a:latin typeface="微软雅黑" panose="020B0503020204020204" charset="-122"/>
                <a:ea typeface="微软雅黑" panose="020B0503020204020204" charset="-122"/>
                <a:cs typeface="微软雅黑" panose="020B0503020204020204" charset="-122"/>
              </a:defRPr>
            </a:pPr>
            <a:r>
              <a:rPr sz="1725" b="1">
                <a:solidFill>
                  <a:srgbClr val="AF5845"/>
                </a:solidFill>
                <a:latin typeface="微软雅黑" panose="020B0503020204020204" charset="-122"/>
                <a:ea typeface="微软雅黑" panose="020B0503020204020204" charset="-122"/>
                <a:cs typeface="微软雅黑" panose="020B0503020204020204" charset="-122"/>
              </a:rPr>
              <a:t>结论范围：选择 DQN 有任务与实验设计依据，现有数据不支持跨算法优劣排名。</a:t>
            </a:r>
            <a:endParaRPr sz="1725" b="1">
              <a:solidFill>
                <a:srgbClr val="AF5845"/>
              </a:solidFill>
              <a:latin typeface="微软雅黑" panose="020B0503020204020204" charset="-122"/>
              <a:ea typeface="微软雅黑" panose="020B0503020204020204" charset="-122"/>
              <a:cs typeface="微软雅黑" panose="020B0503020204020204" charset="-122"/>
            </a:endParaRPr>
          </a:p>
        </p:txBody>
      </p:sp>
      <p:sp>
        <p:nvSpPr>
          <p:cNvPr id="19" name="算法适配依据：SB3 官方算法表与方法文档；具体实验参数与结果来自 full 分支历史记录"/>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算法适配依据：SB3 官方算法表与方法文档；具体实验参数与结果来自 full 分支历史记录。</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1">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2"/>
          <a:stretch>
            <a:fillRect/>
          </a:stretch>
        </p:blipFill>
        <p:spPr>
          <a:xfrm>
            <a:off x="344170" y="333375"/>
            <a:ext cx="2924175" cy="666750"/>
          </a:xfrm>
          <a:prstGeom prst="rect">
            <a:avLst/>
          </a:prstGeom>
        </p:spPr>
      </p:pic>
      <p:sp>
        <p:nvSpPr>
          <p:cNvPr id="8" name="观测设计：四帧输入保留运动线索"/>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观测设计：四帧输入保留运动线索</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04"/>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04</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pic>
        <p:nvPicPr>
          <p:cNvPr id="11" name="图片 10"/>
          <p:cNvPicPr>
            <a:picLocks noChangeAspect="1"/>
          </p:cNvPicPr>
          <p:nvPr/>
        </p:nvPicPr>
        <p:blipFill>
          <a:blip r:embed="rId3"/>
          <a:stretch>
            <a:fillRect/>
          </a:stretch>
        </p:blipFill>
        <p:spPr>
          <a:xfrm>
            <a:off x="524329" y="2552700"/>
            <a:ext cx="1618343" cy="2124075"/>
          </a:xfrm>
          <a:prstGeom prst="rect">
            <a:avLst/>
          </a:prstGeom>
        </p:spPr>
      </p:pic>
      <p:sp>
        <p:nvSpPr>
          <p:cNvPr id="12" name="原始 RGB"/>
          <p:cNvSpPr>
            <a:spLocks noGrp="1"/>
          </p:cNvSpPr>
          <p:nvPr/>
        </p:nvSpPr>
        <p:spPr>
          <a:xfrm>
            <a:off x="428625" y="2133600"/>
            <a:ext cx="1809750" cy="323850"/>
          </a:xfrm>
          <a:prstGeom prst="rect">
            <a:avLst/>
          </a:prstGeom>
          <a:noFill/>
          <a:ln w="0">
            <a:noFill/>
          </a:ln>
        </p:spPr>
        <p:txBody>
          <a:bodyPr wrap="square" lIns="0" tIns="0" rIns="0" bIns="0" anchor="t">
            <a:noAutofit/>
          </a:bodyPr>
          <a:lstStyle>
            <a:defPPr algn="ctr">
              <a:defRPr sz="1650" b="1">
                <a:solidFill>
                  <a:srgbClr val="065980"/>
                </a:solidFill>
                <a:latin typeface="微软雅黑" panose="020B0503020204020204" charset="-122"/>
                <a:ea typeface="微软雅黑" panose="020B0503020204020204" charset="-122"/>
                <a:cs typeface="微软雅黑" panose="020B0503020204020204" charset="-122"/>
              </a:defRPr>
            </a:defPPr>
            <a:lvl1pPr algn="ctr">
              <a:defRPr sz="1650" b="1">
                <a:solidFill>
                  <a:srgbClr val="065980"/>
                </a:solidFill>
                <a:latin typeface="微软雅黑" panose="020B0503020204020204" charset="-122"/>
                <a:ea typeface="微软雅黑" panose="020B0503020204020204" charset="-122"/>
                <a:cs typeface="微软雅黑" panose="020B0503020204020204" charset="-122"/>
              </a:defRPr>
            </a:lvl1pPr>
            <a:lvl2pPr algn="ctr">
              <a:defRPr sz="1650" b="1">
                <a:solidFill>
                  <a:srgbClr val="065980"/>
                </a:solidFill>
                <a:latin typeface="微软雅黑" panose="020B0503020204020204" charset="-122"/>
                <a:ea typeface="微软雅黑" panose="020B0503020204020204" charset="-122"/>
                <a:cs typeface="微软雅黑" panose="020B0503020204020204" charset="-122"/>
              </a:defRPr>
            </a:lvl2pPr>
            <a:lvl3pPr algn="ctr">
              <a:defRPr sz="1650" b="1">
                <a:solidFill>
                  <a:srgbClr val="065980"/>
                </a:solidFill>
                <a:latin typeface="微软雅黑" panose="020B0503020204020204" charset="-122"/>
                <a:ea typeface="微软雅黑" panose="020B0503020204020204" charset="-122"/>
                <a:cs typeface="微软雅黑" panose="020B0503020204020204" charset="-122"/>
              </a:defRPr>
            </a:lvl3pPr>
            <a:lvl4pPr algn="ctr">
              <a:defRPr sz="1650" b="1">
                <a:solidFill>
                  <a:srgbClr val="065980"/>
                </a:solidFill>
                <a:latin typeface="微软雅黑" panose="020B0503020204020204" charset="-122"/>
                <a:ea typeface="微软雅黑" panose="020B0503020204020204" charset="-122"/>
                <a:cs typeface="微软雅黑" panose="020B0503020204020204" charset="-122"/>
              </a:defRPr>
            </a:lvl4pPr>
            <a:lvl5pPr algn="ctr">
              <a:defRPr sz="1650" b="1">
                <a:solidFill>
                  <a:srgbClr val="065980"/>
                </a:solidFill>
                <a:latin typeface="微软雅黑" panose="020B0503020204020204" charset="-122"/>
                <a:ea typeface="微软雅黑" panose="020B0503020204020204" charset="-122"/>
                <a:cs typeface="微软雅黑" panose="020B0503020204020204" charset="-122"/>
              </a:defRPr>
            </a:lvl5pPr>
            <a:lvl6pPr algn="ctr">
              <a:defRPr sz="1650" b="1">
                <a:solidFill>
                  <a:srgbClr val="065980"/>
                </a:solidFill>
                <a:latin typeface="微软雅黑" panose="020B0503020204020204" charset="-122"/>
                <a:ea typeface="微软雅黑" panose="020B0503020204020204" charset="-122"/>
                <a:cs typeface="微软雅黑" panose="020B0503020204020204" charset="-122"/>
              </a:defRPr>
            </a:lvl6pPr>
            <a:lvl7pPr algn="ctr">
              <a:defRPr sz="1650" b="1">
                <a:solidFill>
                  <a:srgbClr val="065980"/>
                </a:solidFill>
                <a:latin typeface="微软雅黑" panose="020B0503020204020204" charset="-122"/>
                <a:ea typeface="微软雅黑" panose="020B0503020204020204" charset="-122"/>
                <a:cs typeface="微软雅黑" panose="020B0503020204020204" charset="-122"/>
              </a:defRPr>
            </a:lvl7pPr>
            <a:lvl8pPr algn="ctr">
              <a:defRPr sz="1650" b="1">
                <a:solidFill>
                  <a:srgbClr val="065980"/>
                </a:solidFill>
                <a:latin typeface="微软雅黑" panose="020B0503020204020204" charset="-122"/>
                <a:ea typeface="微软雅黑" panose="020B0503020204020204" charset="-122"/>
                <a:cs typeface="微软雅黑" panose="020B0503020204020204" charset="-122"/>
              </a:defRPr>
            </a:lvl8pPr>
            <a:lvl9pPr algn="ctr">
              <a:defRPr sz="1650" b="1">
                <a:solidFill>
                  <a:srgbClr val="065980"/>
                </a:solidFill>
                <a:latin typeface="微软雅黑" panose="020B0503020204020204" charset="-122"/>
                <a:ea typeface="微软雅黑" panose="020B0503020204020204" charset="-122"/>
                <a:cs typeface="微软雅黑" panose="020B0503020204020204" charset="-122"/>
              </a:defRPr>
            </a:lvl9pPr>
          </a:lstStyle>
          <a:p>
            <a:pPr algn="ctr">
              <a:defRPr sz="1650" b="1">
                <a:solidFill>
                  <a:srgbClr val="065980"/>
                </a:solidFill>
                <a:latin typeface="微软雅黑" panose="020B0503020204020204" charset="-122"/>
                <a:ea typeface="微软雅黑" panose="020B0503020204020204" charset="-122"/>
                <a:cs typeface="微软雅黑" panose="020B0503020204020204" charset="-122"/>
              </a:defRPr>
            </a:pPr>
            <a:r>
              <a:rPr sz="1650" b="1">
                <a:solidFill>
                  <a:srgbClr val="065980"/>
                </a:solidFill>
                <a:latin typeface="微软雅黑" panose="020B0503020204020204" charset="-122"/>
                <a:ea typeface="微软雅黑" panose="020B0503020204020204" charset="-122"/>
                <a:cs typeface="微软雅黑" panose="020B0503020204020204" charset="-122"/>
              </a:rPr>
              <a:t>原始 RGB</a:t>
            </a:r>
            <a:endParaRPr sz="1650" b="1">
              <a:solidFill>
                <a:srgbClr val="065980"/>
              </a:solidFill>
              <a:latin typeface="微软雅黑" panose="020B0503020204020204" charset="-122"/>
              <a:ea typeface="微软雅黑" panose="020B0503020204020204" charset="-122"/>
              <a:cs typeface="微软雅黑" panose="020B0503020204020204" charset="-122"/>
            </a:endParaRPr>
          </a:p>
        </p:txBody>
      </p:sp>
      <p:pic>
        <p:nvPicPr>
          <p:cNvPr id="13" name="图片 12"/>
          <p:cNvPicPr>
            <a:picLocks noChangeAspect="1"/>
          </p:cNvPicPr>
          <p:nvPr/>
        </p:nvPicPr>
        <p:blipFill>
          <a:blip r:embed="rId4"/>
          <a:stretch>
            <a:fillRect/>
          </a:stretch>
        </p:blipFill>
        <p:spPr>
          <a:xfrm>
            <a:off x="2534104" y="2552700"/>
            <a:ext cx="1618343" cy="2124075"/>
          </a:xfrm>
          <a:prstGeom prst="rect">
            <a:avLst/>
          </a:prstGeom>
        </p:spPr>
      </p:pic>
      <p:sp>
        <p:nvSpPr>
          <p:cNvPr id="14" name="末两帧最大池化"/>
          <p:cNvSpPr>
            <a:spLocks noGrp="1"/>
          </p:cNvSpPr>
          <p:nvPr/>
        </p:nvSpPr>
        <p:spPr>
          <a:xfrm>
            <a:off x="2438400" y="2133600"/>
            <a:ext cx="1809750" cy="323850"/>
          </a:xfrm>
          <a:prstGeom prst="rect">
            <a:avLst/>
          </a:prstGeom>
          <a:noFill/>
          <a:ln w="0">
            <a:noFill/>
          </a:ln>
        </p:spPr>
        <p:txBody>
          <a:bodyPr wrap="square" lIns="0" tIns="0" rIns="0" bIns="0" anchor="t">
            <a:noAutofit/>
          </a:bodyPr>
          <a:lstStyle>
            <a:defPPr algn="ctr">
              <a:defRPr sz="1650" b="1">
                <a:solidFill>
                  <a:srgbClr val="065980"/>
                </a:solidFill>
                <a:latin typeface="微软雅黑" panose="020B0503020204020204" charset="-122"/>
                <a:ea typeface="微软雅黑" panose="020B0503020204020204" charset="-122"/>
                <a:cs typeface="微软雅黑" panose="020B0503020204020204" charset="-122"/>
              </a:defRPr>
            </a:defPPr>
            <a:lvl1pPr algn="ctr">
              <a:defRPr sz="1650" b="1">
                <a:solidFill>
                  <a:srgbClr val="065980"/>
                </a:solidFill>
                <a:latin typeface="微软雅黑" panose="020B0503020204020204" charset="-122"/>
                <a:ea typeface="微软雅黑" panose="020B0503020204020204" charset="-122"/>
                <a:cs typeface="微软雅黑" panose="020B0503020204020204" charset="-122"/>
              </a:defRPr>
            </a:lvl1pPr>
            <a:lvl2pPr algn="ctr">
              <a:defRPr sz="1650" b="1">
                <a:solidFill>
                  <a:srgbClr val="065980"/>
                </a:solidFill>
                <a:latin typeface="微软雅黑" panose="020B0503020204020204" charset="-122"/>
                <a:ea typeface="微软雅黑" panose="020B0503020204020204" charset="-122"/>
                <a:cs typeface="微软雅黑" panose="020B0503020204020204" charset="-122"/>
              </a:defRPr>
            </a:lvl2pPr>
            <a:lvl3pPr algn="ctr">
              <a:defRPr sz="1650" b="1">
                <a:solidFill>
                  <a:srgbClr val="065980"/>
                </a:solidFill>
                <a:latin typeface="微软雅黑" panose="020B0503020204020204" charset="-122"/>
                <a:ea typeface="微软雅黑" panose="020B0503020204020204" charset="-122"/>
                <a:cs typeface="微软雅黑" panose="020B0503020204020204" charset="-122"/>
              </a:defRPr>
            </a:lvl3pPr>
            <a:lvl4pPr algn="ctr">
              <a:defRPr sz="1650" b="1">
                <a:solidFill>
                  <a:srgbClr val="065980"/>
                </a:solidFill>
                <a:latin typeface="微软雅黑" panose="020B0503020204020204" charset="-122"/>
                <a:ea typeface="微软雅黑" panose="020B0503020204020204" charset="-122"/>
                <a:cs typeface="微软雅黑" panose="020B0503020204020204" charset="-122"/>
              </a:defRPr>
            </a:lvl4pPr>
            <a:lvl5pPr algn="ctr">
              <a:defRPr sz="1650" b="1">
                <a:solidFill>
                  <a:srgbClr val="065980"/>
                </a:solidFill>
                <a:latin typeface="微软雅黑" panose="020B0503020204020204" charset="-122"/>
                <a:ea typeface="微软雅黑" panose="020B0503020204020204" charset="-122"/>
                <a:cs typeface="微软雅黑" panose="020B0503020204020204" charset="-122"/>
              </a:defRPr>
            </a:lvl5pPr>
            <a:lvl6pPr algn="ctr">
              <a:defRPr sz="1650" b="1">
                <a:solidFill>
                  <a:srgbClr val="065980"/>
                </a:solidFill>
                <a:latin typeface="微软雅黑" panose="020B0503020204020204" charset="-122"/>
                <a:ea typeface="微软雅黑" panose="020B0503020204020204" charset="-122"/>
                <a:cs typeface="微软雅黑" panose="020B0503020204020204" charset="-122"/>
              </a:defRPr>
            </a:lvl6pPr>
            <a:lvl7pPr algn="ctr">
              <a:defRPr sz="1650" b="1">
                <a:solidFill>
                  <a:srgbClr val="065980"/>
                </a:solidFill>
                <a:latin typeface="微软雅黑" panose="020B0503020204020204" charset="-122"/>
                <a:ea typeface="微软雅黑" panose="020B0503020204020204" charset="-122"/>
                <a:cs typeface="微软雅黑" panose="020B0503020204020204" charset="-122"/>
              </a:defRPr>
            </a:lvl7pPr>
            <a:lvl8pPr algn="ctr">
              <a:defRPr sz="1650" b="1">
                <a:solidFill>
                  <a:srgbClr val="065980"/>
                </a:solidFill>
                <a:latin typeface="微软雅黑" panose="020B0503020204020204" charset="-122"/>
                <a:ea typeface="微软雅黑" panose="020B0503020204020204" charset="-122"/>
                <a:cs typeface="微软雅黑" panose="020B0503020204020204" charset="-122"/>
              </a:defRPr>
            </a:lvl8pPr>
            <a:lvl9pPr algn="ctr">
              <a:defRPr sz="1650" b="1">
                <a:solidFill>
                  <a:srgbClr val="065980"/>
                </a:solidFill>
                <a:latin typeface="微软雅黑" panose="020B0503020204020204" charset="-122"/>
                <a:ea typeface="微软雅黑" panose="020B0503020204020204" charset="-122"/>
                <a:cs typeface="微软雅黑" panose="020B0503020204020204" charset="-122"/>
              </a:defRPr>
            </a:lvl9pPr>
          </a:lstStyle>
          <a:p>
            <a:pPr algn="ctr">
              <a:defRPr sz="1650" b="1">
                <a:solidFill>
                  <a:srgbClr val="065980"/>
                </a:solidFill>
                <a:latin typeface="微软雅黑" panose="020B0503020204020204" charset="-122"/>
                <a:ea typeface="微软雅黑" panose="020B0503020204020204" charset="-122"/>
                <a:cs typeface="微软雅黑" panose="020B0503020204020204" charset="-122"/>
              </a:defRPr>
            </a:pPr>
            <a:r>
              <a:rPr sz="1650" b="1">
                <a:solidFill>
                  <a:srgbClr val="065980"/>
                </a:solidFill>
                <a:latin typeface="微软雅黑" panose="020B0503020204020204" charset="-122"/>
                <a:ea typeface="微软雅黑" panose="020B0503020204020204" charset="-122"/>
                <a:cs typeface="微软雅黑" panose="020B0503020204020204" charset="-122"/>
              </a:rPr>
              <a:t>末两帧最大池化</a:t>
            </a:r>
            <a:endParaRPr sz="1650" b="1">
              <a:solidFill>
                <a:srgbClr val="065980"/>
              </a:solidFill>
              <a:latin typeface="微软雅黑" panose="020B0503020204020204" charset="-122"/>
              <a:ea typeface="微软雅黑" panose="020B0503020204020204" charset="-122"/>
              <a:cs typeface="微软雅黑" panose="020B0503020204020204" charset="-122"/>
            </a:endParaRPr>
          </a:p>
        </p:txBody>
      </p:sp>
      <p:pic>
        <p:nvPicPr>
          <p:cNvPr id="15" name="图片 14"/>
          <p:cNvPicPr>
            <a:picLocks noChangeAspect="1"/>
          </p:cNvPicPr>
          <p:nvPr/>
        </p:nvPicPr>
        <p:blipFill>
          <a:blip r:embed="rId5"/>
          <a:stretch>
            <a:fillRect/>
          </a:stretch>
        </p:blipFill>
        <p:spPr>
          <a:xfrm>
            <a:off x="4819650" y="2971800"/>
            <a:ext cx="1524000" cy="1524000"/>
          </a:xfrm>
          <a:prstGeom prst="rect">
            <a:avLst/>
          </a:prstGeom>
        </p:spPr>
      </p:pic>
      <p:sp>
        <p:nvSpPr>
          <p:cNvPr id="16" name="t−3"/>
          <p:cNvSpPr>
            <a:spLocks noGrp="1"/>
          </p:cNvSpPr>
          <p:nvPr/>
        </p:nvSpPr>
        <p:spPr>
          <a:xfrm>
            <a:off x="4724400" y="2133600"/>
            <a:ext cx="1714500" cy="323850"/>
          </a:xfrm>
          <a:prstGeom prst="rect">
            <a:avLst/>
          </a:prstGeom>
          <a:noFill/>
          <a:ln w="0">
            <a:noFill/>
          </a:ln>
        </p:spPr>
        <p:txBody>
          <a:bodyPr wrap="square" lIns="0" tIns="0" rIns="0" bIns="0" anchor="t">
            <a:noAutofit/>
          </a:bodyPr>
          <a:lstStyle>
            <a:defPPr algn="ctr">
              <a:defRPr sz="1650" b="1">
                <a:solidFill>
                  <a:srgbClr val="065980"/>
                </a:solidFill>
                <a:latin typeface="微软雅黑" panose="020B0503020204020204" charset="-122"/>
                <a:ea typeface="微软雅黑" panose="020B0503020204020204" charset="-122"/>
                <a:cs typeface="微软雅黑" panose="020B0503020204020204" charset="-122"/>
              </a:defRPr>
            </a:defPPr>
            <a:lvl1pPr algn="ctr">
              <a:defRPr sz="1650" b="1">
                <a:solidFill>
                  <a:srgbClr val="065980"/>
                </a:solidFill>
                <a:latin typeface="微软雅黑" panose="020B0503020204020204" charset="-122"/>
                <a:ea typeface="微软雅黑" panose="020B0503020204020204" charset="-122"/>
                <a:cs typeface="微软雅黑" panose="020B0503020204020204" charset="-122"/>
              </a:defRPr>
            </a:lvl1pPr>
            <a:lvl2pPr algn="ctr">
              <a:defRPr sz="1650" b="1">
                <a:solidFill>
                  <a:srgbClr val="065980"/>
                </a:solidFill>
                <a:latin typeface="微软雅黑" panose="020B0503020204020204" charset="-122"/>
                <a:ea typeface="微软雅黑" panose="020B0503020204020204" charset="-122"/>
                <a:cs typeface="微软雅黑" panose="020B0503020204020204" charset="-122"/>
              </a:defRPr>
            </a:lvl2pPr>
            <a:lvl3pPr algn="ctr">
              <a:defRPr sz="1650" b="1">
                <a:solidFill>
                  <a:srgbClr val="065980"/>
                </a:solidFill>
                <a:latin typeface="微软雅黑" panose="020B0503020204020204" charset="-122"/>
                <a:ea typeface="微软雅黑" panose="020B0503020204020204" charset="-122"/>
                <a:cs typeface="微软雅黑" panose="020B0503020204020204" charset="-122"/>
              </a:defRPr>
            </a:lvl3pPr>
            <a:lvl4pPr algn="ctr">
              <a:defRPr sz="1650" b="1">
                <a:solidFill>
                  <a:srgbClr val="065980"/>
                </a:solidFill>
                <a:latin typeface="微软雅黑" panose="020B0503020204020204" charset="-122"/>
                <a:ea typeface="微软雅黑" panose="020B0503020204020204" charset="-122"/>
                <a:cs typeface="微软雅黑" panose="020B0503020204020204" charset="-122"/>
              </a:defRPr>
            </a:lvl4pPr>
            <a:lvl5pPr algn="ctr">
              <a:defRPr sz="1650" b="1">
                <a:solidFill>
                  <a:srgbClr val="065980"/>
                </a:solidFill>
                <a:latin typeface="微软雅黑" panose="020B0503020204020204" charset="-122"/>
                <a:ea typeface="微软雅黑" panose="020B0503020204020204" charset="-122"/>
                <a:cs typeface="微软雅黑" panose="020B0503020204020204" charset="-122"/>
              </a:defRPr>
            </a:lvl5pPr>
            <a:lvl6pPr algn="ctr">
              <a:defRPr sz="1650" b="1">
                <a:solidFill>
                  <a:srgbClr val="065980"/>
                </a:solidFill>
                <a:latin typeface="微软雅黑" panose="020B0503020204020204" charset="-122"/>
                <a:ea typeface="微软雅黑" panose="020B0503020204020204" charset="-122"/>
                <a:cs typeface="微软雅黑" panose="020B0503020204020204" charset="-122"/>
              </a:defRPr>
            </a:lvl6pPr>
            <a:lvl7pPr algn="ctr">
              <a:defRPr sz="1650" b="1">
                <a:solidFill>
                  <a:srgbClr val="065980"/>
                </a:solidFill>
                <a:latin typeface="微软雅黑" panose="020B0503020204020204" charset="-122"/>
                <a:ea typeface="微软雅黑" panose="020B0503020204020204" charset="-122"/>
                <a:cs typeface="微软雅黑" panose="020B0503020204020204" charset="-122"/>
              </a:defRPr>
            </a:lvl7pPr>
            <a:lvl8pPr algn="ctr">
              <a:defRPr sz="1650" b="1">
                <a:solidFill>
                  <a:srgbClr val="065980"/>
                </a:solidFill>
                <a:latin typeface="微软雅黑" panose="020B0503020204020204" charset="-122"/>
                <a:ea typeface="微软雅黑" panose="020B0503020204020204" charset="-122"/>
                <a:cs typeface="微软雅黑" panose="020B0503020204020204" charset="-122"/>
              </a:defRPr>
            </a:lvl8pPr>
            <a:lvl9pPr algn="ctr">
              <a:defRPr sz="1650" b="1">
                <a:solidFill>
                  <a:srgbClr val="065980"/>
                </a:solidFill>
                <a:latin typeface="微软雅黑" panose="020B0503020204020204" charset="-122"/>
                <a:ea typeface="微软雅黑" panose="020B0503020204020204" charset="-122"/>
                <a:cs typeface="微软雅黑" panose="020B0503020204020204" charset="-122"/>
              </a:defRPr>
            </a:lvl9pPr>
          </a:lstStyle>
          <a:p>
            <a:pPr algn="ctr">
              <a:defRPr sz="1650" b="1">
                <a:solidFill>
                  <a:srgbClr val="065980"/>
                </a:solidFill>
                <a:latin typeface="微软雅黑" panose="020B0503020204020204" charset="-122"/>
                <a:ea typeface="微软雅黑" panose="020B0503020204020204" charset="-122"/>
                <a:cs typeface="微软雅黑" panose="020B0503020204020204" charset="-122"/>
              </a:defRPr>
            </a:pPr>
            <a:r>
              <a:rPr sz="1650" b="1">
                <a:solidFill>
                  <a:srgbClr val="065980"/>
                </a:solidFill>
                <a:latin typeface="微软雅黑" panose="020B0503020204020204" charset="-122"/>
                <a:ea typeface="微软雅黑" panose="020B0503020204020204" charset="-122"/>
                <a:cs typeface="微软雅黑" panose="020B0503020204020204" charset="-122"/>
              </a:rPr>
              <a:t>t−3</a:t>
            </a:r>
            <a:endParaRPr sz="1650" b="1">
              <a:solidFill>
                <a:srgbClr val="065980"/>
              </a:solidFill>
              <a:latin typeface="微软雅黑" panose="020B0503020204020204" charset="-122"/>
              <a:ea typeface="微软雅黑" panose="020B0503020204020204" charset="-122"/>
              <a:cs typeface="微软雅黑" panose="020B0503020204020204" charset="-122"/>
            </a:endParaRPr>
          </a:p>
        </p:txBody>
      </p:sp>
      <p:pic>
        <p:nvPicPr>
          <p:cNvPr id="17" name="图片 16"/>
          <p:cNvPicPr>
            <a:picLocks noChangeAspect="1"/>
          </p:cNvPicPr>
          <p:nvPr/>
        </p:nvPicPr>
        <p:blipFill>
          <a:blip r:embed="rId6"/>
          <a:stretch>
            <a:fillRect/>
          </a:stretch>
        </p:blipFill>
        <p:spPr>
          <a:xfrm>
            <a:off x="6515100" y="2971800"/>
            <a:ext cx="1524000" cy="1524000"/>
          </a:xfrm>
          <a:prstGeom prst="rect">
            <a:avLst/>
          </a:prstGeom>
        </p:spPr>
      </p:pic>
      <p:sp>
        <p:nvSpPr>
          <p:cNvPr id="18" name="t−2"/>
          <p:cNvSpPr>
            <a:spLocks noGrp="1"/>
          </p:cNvSpPr>
          <p:nvPr/>
        </p:nvSpPr>
        <p:spPr>
          <a:xfrm>
            <a:off x="6419850" y="2133600"/>
            <a:ext cx="1714500" cy="323850"/>
          </a:xfrm>
          <a:prstGeom prst="rect">
            <a:avLst/>
          </a:prstGeom>
          <a:noFill/>
          <a:ln w="0">
            <a:noFill/>
          </a:ln>
        </p:spPr>
        <p:txBody>
          <a:bodyPr wrap="square" lIns="0" tIns="0" rIns="0" bIns="0" anchor="t">
            <a:noAutofit/>
          </a:bodyPr>
          <a:lstStyle>
            <a:defPPr algn="ctr">
              <a:defRPr sz="1650" b="1">
                <a:solidFill>
                  <a:srgbClr val="065980"/>
                </a:solidFill>
                <a:latin typeface="微软雅黑" panose="020B0503020204020204" charset="-122"/>
                <a:ea typeface="微软雅黑" panose="020B0503020204020204" charset="-122"/>
                <a:cs typeface="微软雅黑" panose="020B0503020204020204" charset="-122"/>
              </a:defRPr>
            </a:defPPr>
            <a:lvl1pPr algn="ctr">
              <a:defRPr sz="1650" b="1">
                <a:solidFill>
                  <a:srgbClr val="065980"/>
                </a:solidFill>
                <a:latin typeface="微软雅黑" panose="020B0503020204020204" charset="-122"/>
                <a:ea typeface="微软雅黑" panose="020B0503020204020204" charset="-122"/>
                <a:cs typeface="微软雅黑" panose="020B0503020204020204" charset="-122"/>
              </a:defRPr>
            </a:lvl1pPr>
            <a:lvl2pPr algn="ctr">
              <a:defRPr sz="1650" b="1">
                <a:solidFill>
                  <a:srgbClr val="065980"/>
                </a:solidFill>
                <a:latin typeface="微软雅黑" panose="020B0503020204020204" charset="-122"/>
                <a:ea typeface="微软雅黑" panose="020B0503020204020204" charset="-122"/>
                <a:cs typeface="微软雅黑" panose="020B0503020204020204" charset="-122"/>
              </a:defRPr>
            </a:lvl2pPr>
            <a:lvl3pPr algn="ctr">
              <a:defRPr sz="1650" b="1">
                <a:solidFill>
                  <a:srgbClr val="065980"/>
                </a:solidFill>
                <a:latin typeface="微软雅黑" panose="020B0503020204020204" charset="-122"/>
                <a:ea typeface="微软雅黑" panose="020B0503020204020204" charset="-122"/>
                <a:cs typeface="微软雅黑" panose="020B0503020204020204" charset="-122"/>
              </a:defRPr>
            </a:lvl3pPr>
            <a:lvl4pPr algn="ctr">
              <a:defRPr sz="1650" b="1">
                <a:solidFill>
                  <a:srgbClr val="065980"/>
                </a:solidFill>
                <a:latin typeface="微软雅黑" panose="020B0503020204020204" charset="-122"/>
                <a:ea typeface="微软雅黑" panose="020B0503020204020204" charset="-122"/>
                <a:cs typeface="微软雅黑" panose="020B0503020204020204" charset="-122"/>
              </a:defRPr>
            </a:lvl4pPr>
            <a:lvl5pPr algn="ctr">
              <a:defRPr sz="1650" b="1">
                <a:solidFill>
                  <a:srgbClr val="065980"/>
                </a:solidFill>
                <a:latin typeface="微软雅黑" panose="020B0503020204020204" charset="-122"/>
                <a:ea typeface="微软雅黑" panose="020B0503020204020204" charset="-122"/>
                <a:cs typeface="微软雅黑" panose="020B0503020204020204" charset="-122"/>
              </a:defRPr>
            </a:lvl5pPr>
            <a:lvl6pPr algn="ctr">
              <a:defRPr sz="1650" b="1">
                <a:solidFill>
                  <a:srgbClr val="065980"/>
                </a:solidFill>
                <a:latin typeface="微软雅黑" panose="020B0503020204020204" charset="-122"/>
                <a:ea typeface="微软雅黑" panose="020B0503020204020204" charset="-122"/>
                <a:cs typeface="微软雅黑" panose="020B0503020204020204" charset="-122"/>
              </a:defRPr>
            </a:lvl6pPr>
            <a:lvl7pPr algn="ctr">
              <a:defRPr sz="1650" b="1">
                <a:solidFill>
                  <a:srgbClr val="065980"/>
                </a:solidFill>
                <a:latin typeface="微软雅黑" panose="020B0503020204020204" charset="-122"/>
                <a:ea typeface="微软雅黑" panose="020B0503020204020204" charset="-122"/>
                <a:cs typeface="微软雅黑" panose="020B0503020204020204" charset="-122"/>
              </a:defRPr>
            </a:lvl7pPr>
            <a:lvl8pPr algn="ctr">
              <a:defRPr sz="1650" b="1">
                <a:solidFill>
                  <a:srgbClr val="065980"/>
                </a:solidFill>
                <a:latin typeface="微软雅黑" panose="020B0503020204020204" charset="-122"/>
                <a:ea typeface="微软雅黑" panose="020B0503020204020204" charset="-122"/>
                <a:cs typeface="微软雅黑" panose="020B0503020204020204" charset="-122"/>
              </a:defRPr>
            </a:lvl8pPr>
            <a:lvl9pPr algn="ctr">
              <a:defRPr sz="1650" b="1">
                <a:solidFill>
                  <a:srgbClr val="065980"/>
                </a:solidFill>
                <a:latin typeface="微软雅黑" panose="020B0503020204020204" charset="-122"/>
                <a:ea typeface="微软雅黑" panose="020B0503020204020204" charset="-122"/>
                <a:cs typeface="微软雅黑" panose="020B0503020204020204" charset="-122"/>
              </a:defRPr>
            </a:lvl9pPr>
          </a:lstStyle>
          <a:p>
            <a:pPr algn="ctr">
              <a:defRPr sz="1650" b="1">
                <a:solidFill>
                  <a:srgbClr val="065980"/>
                </a:solidFill>
                <a:latin typeface="微软雅黑" panose="020B0503020204020204" charset="-122"/>
                <a:ea typeface="微软雅黑" panose="020B0503020204020204" charset="-122"/>
                <a:cs typeface="微软雅黑" panose="020B0503020204020204" charset="-122"/>
              </a:defRPr>
            </a:pPr>
            <a:r>
              <a:rPr sz="1650" b="1">
                <a:solidFill>
                  <a:srgbClr val="065980"/>
                </a:solidFill>
                <a:latin typeface="微软雅黑" panose="020B0503020204020204" charset="-122"/>
                <a:ea typeface="微软雅黑" panose="020B0503020204020204" charset="-122"/>
                <a:cs typeface="微软雅黑" panose="020B0503020204020204" charset="-122"/>
              </a:rPr>
              <a:t>t−2</a:t>
            </a:r>
            <a:endParaRPr sz="1650" b="1">
              <a:solidFill>
                <a:srgbClr val="065980"/>
              </a:solidFill>
              <a:latin typeface="微软雅黑" panose="020B0503020204020204" charset="-122"/>
              <a:ea typeface="微软雅黑" panose="020B0503020204020204" charset="-122"/>
              <a:cs typeface="微软雅黑" panose="020B0503020204020204" charset="-122"/>
            </a:endParaRPr>
          </a:p>
        </p:txBody>
      </p:sp>
      <p:pic>
        <p:nvPicPr>
          <p:cNvPr id="19" name="图片 18"/>
          <p:cNvPicPr>
            <a:picLocks noChangeAspect="1"/>
          </p:cNvPicPr>
          <p:nvPr/>
        </p:nvPicPr>
        <p:blipFill>
          <a:blip r:embed="rId7"/>
          <a:stretch>
            <a:fillRect/>
          </a:stretch>
        </p:blipFill>
        <p:spPr>
          <a:xfrm>
            <a:off x="8210550" y="2971800"/>
            <a:ext cx="1524000" cy="1524000"/>
          </a:xfrm>
          <a:prstGeom prst="rect">
            <a:avLst/>
          </a:prstGeom>
        </p:spPr>
      </p:pic>
      <p:sp>
        <p:nvSpPr>
          <p:cNvPr id="20" name="t−1"/>
          <p:cNvSpPr>
            <a:spLocks noGrp="1"/>
          </p:cNvSpPr>
          <p:nvPr/>
        </p:nvSpPr>
        <p:spPr>
          <a:xfrm>
            <a:off x="8115300" y="2133600"/>
            <a:ext cx="1714500" cy="323850"/>
          </a:xfrm>
          <a:prstGeom prst="rect">
            <a:avLst/>
          </a:prstGeom>
          <a:noFill/>
          <a:ln w="0">
            <a:noFill/>
          </a:ln>
        </p:spPr>
        <p:txBody>
          <a:bodyPr wrap="square" lIns="0" tIns="0" rIns="0" bIns="0" anchor="t">
            <a:noAutofit/>
          </a:bodyPr>
          <a:lstStyle>
            <a:defPPr algn="ctr">
              <a:defRPr sz="1650" b="1">
                <a:solidFill>
                  <a:srgbClr val="065980"/>
                </a:solidFill>
                <a:latin typeface="微软雅黑" panose="020B0503020204020204" charset="-122"/>
                <a:ea typeface="微软雅黑" panose="020B0503020204020204" charset="-122"/>
                <a:cs typeface="微软雅黑" panose="020B0503020204020204" charset="-122"/>
              </a:defRPr>
            </a:defPPr>
            <a:lvl1pPr algn="ctr">
              <a:defRPr sz="1650" b="1">
                <a:solidFill>
                  <a:srgbClr val="065980"/>
                </a:solidFill>
                <a:latin typeface="微软雅黑" panose="020B0503020204020204" charset="-122"/>
                <a:ea typeface="微软雅黑" panose="020B0503020204020204" charset="-122"/>
                <a:cs typeface="微软雅黑" panose="020B0503020204020204" charset="-122"/>
              </a:defRPr>
            </a:lvl1pPr>
            <a:lvl2pPr algn="ctr">
              <a:defRPr sz="1650" b="1">
                <a:solidFill>
                  <a:srgbClr val="065980"/>
                </a:solidFill>
                <a:latin typeface="微软雅黑" panose="020B0503020204020204" charset="-122"/>
                <a:ea typeface="微软雅黑" panose="020B0503020204020204" charset="-122"/>
                <a:cs typeface="微软雅黑" panose="020B0503020204020204" charset="-122"/>
              </a:defRPr>
            </a:lvl2pPr>
            <a:lvl3pPr algn="ctr">
              <a:defRPr sz="1650" b="1">
                <a:solidFill>
                  <a:srgbClr val="065980"/>
                </a:solidFill>
                <a:latin typeface="微软雅黑" panose="020B0503020204020204" charset="-122"/>
                <a:ea typeface="微软雅黑" panose="020B0503020204020204" charset="-122"/>
                <a:cs typeface="微软雅黑" panose="020B0503020204020204" charset="-122"/>
              </a:defRPr>
            </a:lvl3pPr>
            <a:lvl4pPr algn="ctr">
              <a:defRPr sz="1650" b="1">
                <a:solidFill>
                  <a:srgbClr val="065980"/>
                </a:solidFill>
                <a:latin typeface="微软雅黑" panose="020B0503020204020204" charset="-122"/>
                <a:ea typeface="微软雅黑" panose="020B0503020204020204" charset="-122"/>
                <a:cs typeface="微软雅黑" panose="020B0503020204020204" charset="-122"/>
              </a:defRPr>
            </a:lvl4pPr>
            <a:lvl5pPr algn="ctr">
              <a:defRPr sz="1650" b="1">
                <a:solidFill>
                  <a:srgbClr val="065980"/>
                </a:solidFill>
                <a:latin typeface="微软雅黑" panose="020B0503020204020204" charset="-122"/>
                <a:ea typeface="微软雅黑" panose="020B0503020204020204" charset="-122"/>
                <a:cs typeface="微软雅黑" panose="020B0503020204020204" charset="-122"/>
              </a:defRPr>
            </a:lvl5pPr>
            <a:lvl6pPr algn="ctr">
              <a:defRPr sz="1650" b="1">
                <a:solidFill>
                  <a:srgbClr val="065980"/>
                </a:solidFill>
                <a:latin typeface="微软雅黑" panose="020B0503020204020204" charset="-122"/>
                <a:ea typeface="微软雅黑" panose="020B0503020204020204" charset="-122"/>
                <a:cs typeface="微软雅黑" panose="020B0503020204020204" charset="-122"/>
              </a:defRPr>
            </a:lvl6pPr>
            <a:lvl7pPr algn="ctr">
              <a:defRPr sz="1650" b="1">
                <a:solidFill>
                  <a:srgbClr val="065980"/>
                </a:solidFill>
                <a:latin typeface="微软雅黑" panose="020B0503020204020204" charset="-122"/>
                <a:ea typeface="微软雅黑" panose="020B0503020204020204" charset="-122"/>
                <a:cs typeface="微软雅黑" panose="020B0503020204020204" charset="-122"/>
              </a:defRPr>
            </a:lvl7pPr>
            <a:lvl8pPr algn="ctr">
              <a:defRPr sz="1650" b="1">
                <a:solidFill>
                  <a:srgbClr val="065980"/>
                </a:solidFill>
                <a:latin typeface="微软雅黑" panose="020B0503020204020204" charset="-122"/>
                <a:ea typeface="微软雅黑" panose="020B0503020204020204" charset="-122"/>
                <a:cs typeface="微软雅黑" panose="020B0503020204020204" charset="-122"/>
              </a:defRPr>
            </a:lvl8pPr>
            <a:lvl9pPr algn="ctr">
              <a:defRPr sz="1650" b="1">
                <a:solidFill>
                  <a:srgbClr val="065980"/>
                </a:solidFill>
                <a:latin typeface="微软雅黑" panose="020B0503020204020204" charset="-122"/>
                <a:ea typeface="微软雅黑" panose="020B0503020204020204" charset="-122"/>
                <a:cs typeface="微软雅黑" panose="020B0503020204020204" charset="-122"/>
              </a:defRPr>
            </a:lvl9pPr>
          </a:lstStyle>
          <a:p>
            <a:pPr algn="ctr">
              <a:defRPr sz="1650" b="1">
                <a:solidFill>
                  <a:srgbClr val="065980"/>
                </a:solidFill>
                <a:latin typeface="微软雅黑" panose="020B0503020204020204" charset="-122"/>
                <a:ea typeface="微软雅黑" panose="020B0503020204020204" charset="-122"/>
                <a:cs typeface="微软雅黑" panose="020B0503020204020204" charset="-122"/>
              </a:defRPr>
            </a:pPr>
            <a:r>
              <a:rPr sz="1650" b="1">
                <a:solidFill>
                  <a:srgbClr val="065980"/>
                </a:solidFill>
                <a:latin typeface="微软雅黑" panose="020B0503020204020204" charset="-122"/>
                <a:ea typeface="微软雅黑" panose="020B0503020204020204" charset="-122"/>
                <a:cs typeface="微软雅黑" panose="020B0503020204020204" charset="-122"/>
              </a:rPr>
              <a:t>t−1</a:t>
            </a:r>
            <a:endParaRPr sz="1650" b="1">
              <a:solidFill>
                <a:srgbClr val="065980"/>
              </a:solidFill>
              <a:latin typeface="微软雅黑" panose="020B0503020204020204" charset="-122"/>
              <a:ea typeface="微软雅黑" panose="020B0503020204020204" charset="-122"/>
              <a:cs typeface="微软雅黑" panose="020B0503020204020204" charset="-122"/>
            </a:endParaRPr>
          </a:p>
        </p:txBody>
      </p:sp>
      <p:pic>
        <p:nvPicPr>
          <p:cNvPr id="21" name="图片 20"/>
          <p:cNvPicPr>
            <a:picLocks noChangeAspect="1"/>
          </p:cNvPicPr>
          <p:nvPr/>
        </p:nvPicPr>
        <p:blipFill>
          <a:blip r:embed="rId8"/>
          <a:stretch>
            <a:fillRect/>
          </a:stretch>
        </p:blipFill>
        <p:spPr>
          <a:xfrm>
            <a:off x="9906000" y="2971800"/>
            <a:ext cx="1524000" cy="1524000"/>
          </a:xfrm>
          <a:prstGeom prst="rect">
            <a:avLst/>
          </a:prstGeom>
        </p:spPr>
      </p:pic>
      <p:sp>
        <p:nvSpPr>
          <p:cNvPr id="22" name="t"/>
          <p:cNvSpPr>
            <a:spLocks noGrp="1"/>
          </p:cNvSpPr>
          <p:nvPr/>
        </p:nvSpPr>
        <p:spPr>
          <a:xfrm>
            <a:off x="9810750" y="2133600"/>
            <a:ext cx="1714500" cy="323850"/>
          </a:xfrm>
          <a:prstGeom prst="rect">
            <a:avLst/>
          </a:prstGeom>
          <a:noFill/>
          <a:ln w="0">
            <a:noFill/>
          </a:ln>
        </p:spPr>
        <p:txBody>
          <a:bodyPr wrap="square" lIns="0" tIns="0" rIns="0" bIns="0" anchor="t">
            <a:noAutofit/>
          </a:bodyPr>
          <a:lstStyle>
            <a:defPPr algn="ctr">
              <a:defRPr sz="1650" b="1">
                <a:solidFill>
                  <a:srgbClr val="065980"/>
                </a:solidFill>
                <a:latin typeface="微软雅黑" panose="020B0503020204020204" charset="-122"/>
                <a:ea typeface="微软雅黑" panose="020B0503020204020204" charset="-122"/>
                <a:cs typeface="微软雅黑" panose="020B0503020204020204" charset="-122"/>
              </a:defRPr>
            </a:defPPr>
            <a:lvl1pPr algn="ctr">
              <a:defRPr sz="1650" b="1">
                <a:solidFill>
                  <a:srgbClr val="065980"/>
                </a:solidFill>
                <a:latin typeface="微软雅黑" panose="020B0503020204020204" charset="-122"/>
                <a:ea typeface="微软雅黑" panose="020B0503020204020204" charset="-122"/>
                <a:cs typeface="微软雅黑" panose="020B0503020204020204" charset="-122"/>
              </a:defRPr>
            </a:lvl1pPr>
            <a:lvl2pPr algn="ctr">
              <a:defRPr sz="1650" b="1">
                <a:solidFill>
                  <a:srgbClr val="065980"/>
                </a:solidFill>
                <a:latin typeface="微软雅黑" panose="020B0503020204020204" charset="-122"/>
                <a:ea typeface="微软雅黑" panose="020B0503020204020204" charset="-122"/>
                <a:cs typeface="微软雅黑" panose="020B0503020204020204" charset="-122"/>
              </a:defRPr>
            </a:lvl2pPr>
            <a:lvl3pPr algn="ctr">
              <a:defRPr sz="1650" b="1">
                <a:solidFill>
                  <a:srgbClr val="065980"/>
                </a:solidFill>
                <a:latin typeface="微软雅黑" panose="020B0503020204020204" charset="-122"/>
                <a:ea typeface="微软雅黑" panose="020B0503020204020204" charset="-122"/>
                <a:cs typeface="微软雅黑" panose="020B0503020204020204" charset="-122"/>
              </a:defRPr>
            </a:lvl3pPr>
            <a:lvl4pPr algn="ctr">
              <a:defRPr sz="1650" b="1">
                <a:solidFill>
                  <a:srgbClr val="065980"/>
                </a:solidFill>
                <a:latin typeface="微软雅黑" panose="020B0503020204020204" charset="-122"/>
                <a:ea typeface="微软雅黑" panose="020B0503020204020204" charset="-122"/>
                <a:cs typeface="微软雅黑" panose="020B0503020204020204" charset="-122"/>
              </a:defRPr>
            </a:lvl4pPr>
            <a:lvl5pPr algn="ctr">
              <a:defRPr sz="1650" b="1">
                <a:solidFill>
                  <a:srgbClr val="065980"/>
                </a:solidFill>
                <a:latin typeface="微软雅黑" panose="020B0503020204020204" charset="-122"/>
                <a:ea typeface="微软雅黑" panose="020B0503020204020204" charset="-122"/>
                <a:cs typeface="微软雅黑" panose="020B0503020204020204" charset="-122"/>
              </a:defRPr>
            </a:lvl5pPr>
            <a:lvl6pPr algn="ctr">
              <a:defRPr sz="1650" b="1">
                <a:solidFill>
                  <a:srgbClr val="065980"/>
                </a:solidFill>
                <a:latin typeface="微软雅黑" panose="020B0503020204020204" charset="-122"/>
                <a:ea typeface="微软雅黑" panose="020B0503020204020204" charset="-122"/>
                <a:cs typeface="微软雅黑" panose="020B0503020204020204" charset="-122"/>
              </a:defRPr>
            </a:lvl6pPr>
            <a:lvl7pPr algn="ctr">
              <a:defRPr sz="1650" b="1">
                <a:solidFill>
                  <a:srgbClr val="065980"/>
                </a:solidFill>
                <a:latin typeface="微软雅黑" panose="020B0503020204020204" charset="-122"/>
                <a:ea typeface="微软雅黑" panose="020B0503020204020204" charset="-122"/>
                <a:cs typeface="微软雅黑" panose="020B0503020204020204" charset="-122"/>
              </a:defRPr>
            </a:lvl7pPr>
            <a:lvl8pPr algn="ctr">
              <a:defRPr sz="1650" b="1">
                <a:solidFill>
                  <a:srgbClr val="065980"/>
                </a:solidFill>
                <a:latin typeface="微软雅黑" panose="020B0503020204020204" charset="-122"/>
                <a:ea typeface="微软雅黑" panose="020B0503020204020204" charset="-122"/>
                <a:cs typeface="微软雅黑" panose="020B0503020204020204" charset="-122"/>
              </a:defRPr>
            </a:lvl8pPr>
            <a:lvl9pPr algn="ctr">
              <a:defRPr sz="1650" b="1">
                <a:solidFill>
                  <a:srgbClr val="065980"/>
                </a:solidFill>
                <a:latin typeface="微软雅黑" panose="020B0503020204020204" charset="-122"/>
                <a:ea typeface="微软雅黑" panose="020B0503020204020204" charset="-122"/>
                <a:cs typeface="微软雅黑" panose="020B0503020204020204" charset="-122"/>
              </a:defRPr>
            </a:lvl9pPr>
          </a:lstStyle>
          <a:p>
            <a:pPr algn="ctr">
              <a:defRPr sz="1650" b="1">
                <a:solidFill>
                  <a:srgbClr val="065980"/>
                </a:solidFill>
                <a:latin typeface="微软雅黑" panose="020B0503020204020204" charset="-122"/>
                <a:ea typeface="微软雅黑" panose="020B0503020204020204" charset="-122"/>
                <a:cs typeface="微软雅黑" panose="020B0503020204020204" charset="-122"/>
              </a:defRPr>
            </a:pPr>
            <a:r>
              <a:rPr sz="1650" b="1">
                <a:solidFill>
                  <a:srgbClr val="065980"/>
                </a:solidFill>
                <a:latin typeface="微软雅黑" panose="020B0503020204020204" charset="-122"/>
                <a:ea typeface="微软雅黑" panose="020B0503020204020204" charset="-122"/>
                <a:cs typeface="微软雅黑" panose="020B0503020204020204" charset="-122"/>
              </a:rPr>
              <a:t>t</a:t>
            </a:r>
            <a:endParaRPr sz="16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23" name="右箭头 22"/>
          <p:cNvSpPr>
            <a:spLocks noGrp="1"/>
          </p:cNvSpPr>
          <p:nvPr/>
        </p:nvSpPr>
        <p:spPr>
          <a:xfrm>
            <a:off x="2228850" y="3514725"/>
            <a:ext cx="209550" cy="123825"/>
          </a:xfrm>
          <a:prstGeom prst="rightArrow">
            <a:avLst/>
          </a:prstGeom>
          <a:solidFill>
            <a:srgbClr val="065980"/>
          </a:solidFill>
          <a:ln w="0">
            <a:noFill/>
          </a:ln>
        </p:spPr>
      </p:sp>
      <p:sp>
        <p:nvSpPr>
          <p:cNvPr id="24" name="右箭头 23"/>
          <p:cNvSpPr>
            <a:spLocks noGrp="1"/>
          </p:cNvSpPr>
          <p:nvPr/>
        </p:nvSpPr>
        <p:spPr>
          <a:xfrm>
            <a:off x="4295775" y="3514725"/>
            <a:ext cx="342900" cy="123825"/>
          </a:xfrm>
          <a:prstGeom prst="rightArrow">
            <a:avLst/>
          </a:prstGeom>
          <a:solidFill>
            <a:srgbClr val="065980"/>
          </a:solidFill>
          <a:ln w="0">
            <a:noFill/>
          </a:ln>
        </p:spPr>
      </p:sp>
      <p:sp>
        <p:nvSpPr>
          <p:cNvPr id="25" name="210 × 160 × 3"/>
          <p:cNvSpPr>
            <a:spLocks noGrp="1"/>
          </p:cNvSpPr>
          <p:nvPr/>
        </p:nvSpPr>
        <p:spPr>
          <a:xfrm>
            <a:off x="619125" y="4857750"/>
            <a:ext cx="1524000" cy="285750"/>
          </a:xfrm>
          <a:prstGeom prst="rect">
            <a:avLst/>
          </a:prstGeom>
          <a:noFill/>
          <a:ln w="0">
            <a:noFill/>
          </a:ln>
        </p:spPr>
        <p:txBody>
          <a:bodyPr wrap="square" lIns="0" tIns="0" rIns="0" bIns="0" anchor="t">
            <a:noAutofit/>
          </a:bodyPr>
          <a:lstStyle>
            <a:defPPr algn="ctr">
              <a:defRPr sz="1500" b="0">
                <a:solidFill>
                  <a:srgbClr val="5D6975"/>
                </a:solidFill>
                <a:latin typeface="微软雅黑" panose="020B0503020204020204" charset="-122"/>
                <a:ea typeface="微软雅黑" panose="020B0503020204020204" charset="-122"/>
                <a:cs typeface="微软雅黑" panose="020B0503020204020204" charset="-122"/>
              </a:defRPr>
            </a:defPPr>
            <a:lvl1pPr algn="ctr">
              <a:defRPr sz="1500" b="0">
                <a:solidFill>
                  <a:srgbClr val="5D6975"/>
                </a:solidFill>
                <a:latin typeface="微软雅黑" panose="020B0503020204020204" charset="-122"/>
                <a:ea typeface="微软雅黑" panose="020B0503020204020204" charset="-122"/>
                <a:cs typeface="微软雅黑" panose="020B0503020204020204" charset="-122"/>
              </a:defRPr>
            </a:lvl1pPr>
            <a:lvl2pPr algn="ctr">
              <a:defRPr sz="1500" b="0">
                <a:solidFill>
                  <a:srgbClr val="5D6975"/>
                </a:solidFill>
                <a:latin typeface="微软雅黑" panose="020B0503020204020204" charset="-122"/>
                <a:ea typeface="微软雅黑" panose="020B0503020204020204" charset="-122"/>
                <a:cs typeface="微软雅黑" panose="020B0503020204020204" charset="-122"/>
              </a:defRPr>
            </a:lvl2pPr>
            <a:lvl3pPr algn="ctr">
              <a:defRPr sz="1500" b="0">
                <a:solidFill>
                  <a:srgbClr val="5D6975"/>
                </a:solidFill>
                <a:latin typeface="微软雅黑" panose="020B0503020204020204" charset="-122"/>
                <a:ea typeface="微软雅黑" panose="020B0503020204020204" charset="-122"/>
                <a:cs typeface="微软雅黑" panose="020B0503020204020204" charset="-122"/>
              </a:defRPr>
            </a:lvl3pPr>
            <a:lvl4pPr algn="ctr">
              <a:defRPr sz="1500" b="0">
                <a:solidFill>
                  <a:srgbClr val="5D6975"/>
                </a:solidFill>
                <a:latin typeface="微软雅黑" panose="020B0503020204020204" charset="-122"/>
                <a:ea typeface="微软雅黑" panose="020B0503020204020204" charset="-122"/>
                <a:cs typeface="微软雅黑" panose="020B0503020204020204" charset="-122"/>
              </a:defRPr>
            </a:lvl4pPr>
            <a:lvl5pPr algn="ctr">
              <a:defRPr sz="1500" b="0">
                <a:solidFill>
                  <a:srgbClr val="5D6975"/>
                </a:solidFill>
                <a:latin typeface="微软雅黑" panose="020B0503020204020204" charset="-122"/>
                <a:ea typeface="微软雅黑" panose="020B0503020204020204" charset="-122"/>
                <a:cs typeface="微软雅黑" panose="020B0503020204020204" charset="-122"/>
              </a:defRPr>
            </a:lvl5pPr>
            <a:lvl6pPr algn="ctr">
              <a:defRPr sz="1500" b="0">
                <a:solidFill>
                  <a:srgbClr val="5D6975"/>
                </a:solidFill>
                <a:latin typeface="微软雅黑" panose="020B0503020204020204" charset="-122"/>
                <a:ea typeface="微软雅黑" panose="020B0503020204020204" charset="-122"/>
                <a:cs typeface="微软雅黑" panose="020B0503020204020204" charset="-122"/>
              </a:defRPr>
            </a:lvl6pPr>
            <a:lvl7pPr algn="ctr">
              <a:defRPr sz="1500" b="0">
                <a:solidFill>
                  <a:srgbClr val="5D6975"/>
                </a:solidFill>
                <a:latin typeface="微软雅黑" panose="020B0503020204020204" charset="-122"/>
                <a:ea typeface="微软雅黑" panose="020B0503020204020204" charset="-122"/>
                <a:cs typeface="微软雅黑" panose="020B0503020204020204" charset="-122"/>
              </a:defRPr>
            </a:lvl7pPr>
            <a:lvl8pPr algn="ctr">
              <a:defRPr sz="1500" b="0">
                <a:solidFill>
                  <a:srgbClr val="5D6975"/>
                </a:solidFill>
                <a:latin typeface="微软雅黑" panose="020B0503020204020204" charset="-122"/>
                <a:ea typeface="微软雅黑" panose="020B0503020204020204" charset="-122"/>
                <a:cs typeface="微软雅黑" panose="020B0503020204020204" charset="-122"/>
              </a:defRPr>
            </a:lvl8pPr>
            <a:lvl9pPr algn="ctr">
              <a:defRPr sz="1500" b="0">
                <a:solidFill>
                  <a:srgbClr val="5D6975"/>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5D6975"/>
                </a:solidFill>
                <a:latin typeface="微软雅黑" panose="020B0503020204020204" charset="-122"/>
                <a:ea typeface="微软雅黑" panose="020B0503020204020204" charset="-122"/>
                <a:cs typeface="微软雅黑" panose="020B0503020204020204" charset="-122"/>
              </a:defRPr>
            </a:pPr>
            <a:r>
              <a:rPr sz="1500" b="0">
                <a:solidFill>
                  <a:srgbClr val="5D6975"/>
                </a:solidFill>
                <a:latin typeface="微软雅黑" panose="020B0503020204020204" charset="-122"/>
                <a:ea typeface="微软雅黑" panose="020B0503020204020204" charset="-122"/>
                <a:cs typeface="微软雅黑" panose="020B0503020204020204" charset="-122"/>
              </a:rPr>
              <a:t>210 × 160 × 3</a:t>
            </a:r>
            <a:endParaRPr sz="1500" b="0">
              <a:solidFill>
                <a:srgbClr val="5D6975"/>
              </a:solidFill>
              <a:latin typeface="微软雅黑" panose="020B0503020204020204" charset="-122"/>
              <a:ea typeface="微软雅黑" panose="020B0503020204020204" charset="-122"/>
              <a:cs typeface="微软雅黑" panose="020B0503020204020204" charset="-122"/>
            </a:endParaRPr>
          </a:p>
        </p:txBody>
      </p:sp>
      <p:sp>
        <p:nvSpPr>
          <p:cNvPr id="26" name="灰度化并缩放"/>
          <p:cNvSpPr>
            <a:spLocks noGrp="1"/>
          </p:cNvSpPr>
          <p:nvPr/>
        </p:nvSpPr>
        <p:spPr>
          <a:xfrm>
            <a:off x="2486025" y="4857750"/>
            <a:ext cx="1714500" cy="285750"/>
          </a:xfrm>
          <a:prstGeom prst="rect">
            <a:avLst/>
          </a:prstGeom>
          <a:noFill/>
          <a:ln w="0">
            <a:noFill/>
          </a:ln>
        </p:spPr>
        <p:txBody>
          <a:bodyPr wrap="square" lIns="0" tIns="0" rIns="0" bIns="0" anchor="t">
            <a:noAutofit/>
          </a:bodyPr>
          <a:lstStyle>
            <a:defPPr algn="ctr">
              <a:defRPr sz="1500" b="0">
                <a:solidFill>
                  <a:srgbClr val="5D6975"/>
                </a:solidFill>
                <a:latin typeface="微软雅黑" panose="020B0503020204020204" charset="-122"/>
                <a:ea typeface="微软雅黑" panose="020B0503020204020204" charset="-122"/>
                <a:cs typeface="微软雅黑" panose="020B0503020204020204" charset="-122"/>
              </a:defRPr>
            </a:defPPr>
            <a:lvl1pPr algn="ctr">
              <a:defRPr sz="1500" b="0">
                <a:solidFill>
                  <a:srgbClr val="5D6975"/>
                </a:solidFill>
                <a:latin typeface="微软雅黑" panose="020B0503020204020204" charset="-122"/>
                <a:ea typeface="微软雅黑" panose="020B0503020204020204" charset="-122"/>
                <a:cs typeface="微软雅黑" panose="020B0503020204020204" charset="-122"/>
              </a:defRPr>
            </a:lvl1pPr>
            <a:lvl2pPr algn="ctr">
              <a:defRPr sz="1500" b="0">
                <a:solidFill>
                  <a:srgbClr val="5D6975"/>
                </a:solidFill>
                <a:latin typeface="微软雅黑" panose="020B0503020204020204" charset="-122"/>
                <a:ea typeface="微软雅黑" panose="020B0503020204020204" charset="-122"/>
                <a:cs typeface="微软雅黑" panose="020B0503020204020204" charset="-122"/>
              </a:defRPr>
            </a:lvl2pPr>
            <a:lvl3pPr algn="ctr">
              <a:defRPr sz="1500" b="0">
                <a:solidFill>
                  <a:srgbClr val="5D6975"/>
                </a:solidFill>
                <a:latin typeface="微软雅黑" panose="020B0503020204020204" charset="-122"/>
                <a:ea typeface="微软雅黑" panose="020B0503020204020204" charset="-122"/>
                <a:cs typeface="微软雅黑" panose="020B0503020204020204" charset="-122"/>
              </a:defRPr>
            </a:lvl3pPr>
            <a:lvl4pPr algn="ctr">
              <a:defRPr sz="1500" b="0">
                <a:solidFill>
                  <a:srgbClr val="5D6975"/>
                </a:solidFill>
                <a:latin typeface="微软雅黑" panose="020B0503020204020204" charset="-122"/>
                <a:ea typeface="微软雅黑" panose="020B0503020204020204" charset="-122"/>
                <a:cs typeface="微软雅黑" panose="020B0503020204020204" charset="-122"/>
              </a:defRPr>
            </a:lvl4pPr>
            <a:lvl5pPr algn="ctr">
              <a:defRPr sz="1500" b="0">
                <a:solidFill>
                  <a:srgbClr val="5D6975"/>
                </a:solidFill>
                <a:latin typeface="微软雅黑" panose="020B0503020204020204" charset="-122"/>
                <a:ea typeface="微软雅黑" panose="020B0503020204020204" charset="-122"/>
                <a:cs typeface="微软雅黑" panose="020B0503020204020204" charset="-122"/>
              </a:defRPr>
            </a:lvl5pPr>
            <a:lvl6pPr algn="ctr">
              <a:defRPr sz="1500" b="0">
                <a:solidFill>
                  <a:srgbClr val="5D6975"/>
                </a:solidFill>
                <a:latin typeface="微软雅黑" panose="020B0503020204020204" charset="-122"/>
                <a:ea typeface="微软雅黑" panose="020B0503020204020204" charset="-122"/>
                <a:cs typeface="微软雅黑" panose="020B0503020204020204" charset="-122"/>
              </a:defRPr>
            </a:lvl6pPr>
            <a:lvl7pPr algn="ctr">
              <a:defRPr sz="1500" b="0">
                <a:solidFill>
                  <a:srgbClr val="5D6975"/>
                </a:solidFill>
                <a:latin typeface="微软雅黑" panose="020B0503020204020204" charset="-122"/>
                <a:ea typeface="微软雅黑" panose="020B0503020204020204" charset="-122"/>
                <a:cs typeface="微软雅黑" panose="020B0503020204020204" charset="-122"/>
              </a:defRPr>
            </a:lvl7pPr>
            <a:lvl8pPr algn="ctr">
              <a:defRPr sz="1500" b="0">
                <a:solidFill>
                  <a:srgbClr val="5D6975"/>
                </a:solidFill>
                <a:latin typeface="微软雅黑" panose="020B0503020204020204" charset="-122"/>
                <a:ea typeface="微软雅黑" panose="020B0503020204020204" charset="-122"/>
                <a:cs typeface="微软雅黑" panose="020B0503020204020204" charset="-122"/>
              </a:defRPr>
            </a:lvl8pPr>
            <a:lvl9pPr algn="ctr">
              <a:defRPr sz="1500" b="0">
                <a:solidFill>
                  <a:srgbClr val="5D6975"/>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5D6975"/>
                </a:solidFill>
                <a:latin typeface="微软雅黑" panose="020B0503020204020204" charset="-122"/>
                <a:ea typeface="微软雅黑" panose="020B0503020204020204" charset="-122"/>
                <a:cs typeface="微软雅黑" panose="020B0503020204020204" charset="-122"/>
              </a:defRPr>
            </a:pPr>
            <a:r>
              <a:rPr sz="1500" b="0">
                <a:solidFill>
                  <a:srgbClr val="5D6975"/>
                </a:solidFill>
                <a:latin typeface="微软雅黑" panose="020B0503020204020204" charset="-122"/>
                <a:ea typeface="微软雅黑" panose="020B0503020204020204" charset="-122"/>
                <a:cs typeface="微软雅黑" panose="020B0503020204020204" charset="-122"/>
              </a:rPr>
              <a:t>灰度化并缩放</a:t>
            </a:r>
            <a:endParaRPr sz="1500" b="0">
              <a:solidFill>
                <a:srgbClr val="5D6975"/>
              </a:solidFill>
              <a:latin typeface="微软雅黑" panose="020B0503020204020204" charset="-122"/>
              <a:ea typeface="微软雅黑" panose="020B0503020204020204" charset="-122"/>
              <a:cs typeface="微软雅黑" panose="020B0503020204020204" charset="-122"/>
            </a:endParaRPr>
          </a:p>
        </p:txBody>
      </p:sp>
      <p:sp>
        <p:nvSpPr>
          <p:cNvPr id="27" name="四帧堆叠：4 × 84 × 84（uint8）"/>
          <p:cNvSpPr>
            <a:spLocks noGrp="1"/>
          </p:cNvSpPr>
          <p:nvPr/>
        </p:nvSpPr>
        <p:spPr>
          <a:xfrm>
            <a:off x="5086350" y="4857750"/>
            <a:ext cx="6038850" cy="323850"/>
          </a:xfrm>
          <a:prstGeom prst="rect">
            <a:avLst/>
          </a:prstGeom>
          <a:noFill/>
          <a:ln w="0">
            <a:noFill/>
          </a:ln>
        </p:spPr>
        <p:txBody>
          <a:bodyPr wrap="square" lIns="0" tIns="0" rIns="0" bIns="0" anchor="t">
            <a:noAutofit/>
          </a:bodyPr>
          <a:lstStyle>
            <a:defPPr algn="ctr">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ctr">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ctr">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ctr">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ctr">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ctr">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ctr">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ctr">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ctr">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ctr">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ctr">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四帧堆叠：4 × 84 × 84（uint8）</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28" name="矩形 27"/>
          <p:cNvSpPr>
            <a:spLocks noGrp="1"/>
          </p:cNvSpPr>
          <p:nvPr/>
        </p:nvSpPr>
        <p:spPr>
          <a:xfrm>
            <a:off x="523875" y="5343525"/>
            <a:ext cx="11125200" cy="9525"/>
          </a:xfrm>
          <a:prstGeom prst="rect">
            <a:avLst/>
          </a:prstGeom>
          <a:solidFill>
            <a:srgbClr val="C9D6DF"/>
          </a:solidFill>
          <a:ln w="0">
            <a:noFill/>
          </a:ln>
        </p:spPr>
      </p:sp>
      <p:sp>
        <p:nvSpPr>
          <p:cNvPr id="29" name="动作重复 4 帧"/>
          <p:cNvSpPr>
            <a:spLocks noGrp="1"/>
          </p:cNvSpPr>
          <p:nvPr/>
        </p:nvSpPr>
        <p:spPr>
          <a:xfrm>
            <a:off x="523875" y="5572125"/>
            <a:ext cx="3143250" cy="323850"/>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动作重复 4 帧</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30" name="60 Hz 物理更新，约 15 次决策/秒"/>
          <p:cNvSpPr>
            <a:spLocks noGrp="1"/>
          </p:cNvSpPr>
          <p:nvPr/>
        </p:nvSpPr>
        <p:spPr>
          <a:xfrm>
            <a:off x="523875" y="5953125"/>
            <a:ext cx="4476750" cy="304800"/>
          </a:xfrm>
          <a:prstGeom prst="rect">
            <a:avLst/>
          </a:prstGeom>
          <a:noFill/>
          <a:ln w="0">
            <a:noFill/>
          </a:ln>
        </p:spPr>
        <p:txBody>
          <a:bodyPr wrap="square" lIns="0" tIns="0" rIns="0" bIns="0" anchor="t">
            <a:noAutofit/>
          </a:bodyPr>
          <a:lstStyle>
            <a:defPPr algn="l">
              <a:defRPr sz="165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65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65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65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65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65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65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65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65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65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650" b="0">
                <a:solidFill>
                  <a:srgbClr val="1B2938"/>
                </a:solidFill>
                <a:latin typeface="微软雅黑" panose="020B0503020204020204" charset="-122"/>
                <a:ea typeface="微软雅黑" panose="020B0503020204020204" charset="-122"/>
                <a:cs typeface="微软雅黑" panose="020B0503020204020204" charset="-122"/>
              </a:defRPr>
            </a:pPr>
            <a:r>
              <a:rPr sz="1650" b="0">
                <a:solidFill>
                  <a:srgbClr val="1B2938"/>
                </a:solidFill>
                <a:latin typeface="微软雅黑" panose="020B0503020204020204" charset="-122"/>
                <a:ea typeface="微软雅黑" panose="020B0503020204020204" charset="-122"/>
                <a:cs typeface="微软雅黑" panose="020B0503020204020204" charset="-122"/>
              </a:rPr>
              <a:t>60 Hz 物理更新，约 15 次决策/秒</a:t>
            </a:r>
            <a:endParaRPr sz="165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31" name="堆叠 4 次观测"/>
          <p:cNvSpPr>
            <a:spLocks noGrp="1"/>
          </p:cNvSpPr>
          <p:nvPr/>
        </p:nvSpPr>
        <p:spPr>
          <a:xfrm>
            <a:off x="5943600" y="5572125"/>
            <a:ext cx="3143250" cy="323850"/>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堆叠 4 次观测</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32" name="提供位置变化线索，网络内归一化至 0–1"/>
          <p:cNvSpPr>
            <a:spLocks noGrp="1"/>
          </p:cNvSpPr>
          <p:nvPr/>
        </p:nvSpPr>
        <p:spPr>
          <a:xfrm>
            <a:off x="5943600" y="5953125"/>
            <a:ext cx="5667375" cy="304800"/>
          </a:xfrm>
          <a:prstGeom prst="rect">
            <a:avLst/>
          </a:prstGeom>
          <a:noFill/>
          <a:ln w="0">
            <a:noFill/>
          </a:ln>
        </p:spPr>
        <p:txBody>
          <a:bodyPr wrap="square" lIns="0" tIns="0" rIns="0" bIns="0" anchor="t">
            <a:noAutofit/>
          </a:bodyPr>
          <a:lstStyle>
            <a:defPPr algn="l">
              <a:defRPr sz="165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65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65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65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65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65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65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65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65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65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650" b="0">
                <a:solidFill>
                  <a:srgbClr val="1B2938"/>
                </a:solidFill>
                <a:latin typeface="微软雅黑" panose="020B0503020204020204" charset="-122"/>
                <a:ea typeface="微软雅黑" panose="020B0503020204020204" charset="-122"/>
                <a:cs typeface="微软雅黑" panose="020B0503020204020204" charset="-122"/>
              </a:defRPr>
            </a:pPr>
            <a:r>
              <a:rPr sz="1650" b="0">
                <a:solidFill>
                  <a:srgbClr val="1B2938"/>
                </a:solidFill>
                <a:latin typeface="微软雅黑" panose="020B0503020204020204" charset="-122"/>
                <a:ea typeface="微软雅黑" panose="020B0503020204020204" charset="-122"/>
                <a:cs typeface="微软雅黑" panose="020B0503020204020204" charset="-122"/>
              </a:rPr>
              <a:t>提供位置变化线索，网络内归一化至 0–1</a:t>
            </a:r>
            <a:endParaRPr sz="165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33" name="实际样本：种子 42000，第 30 个决策步；训练、评估、视频与网页展示共用 make_"/>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实际样本：种子 42000，第 30 个决策步；训练、评估、视频与网页展示共用 make_env。</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1">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2"/>
          <a:stretch>
            <a:fillRect/>
          </a:stretch>
        </p:blipFill>
        <p:spPr>
          <a:xfrm>
            <a:off x="344170" y="333375"/>
            <a:ext cx="2924175" cy="666750"/>
          </a:xfrm>
          <a:prstGeom prst="rect">
            <a:avLst/>
          </a:prstGeom>
        </p:spPr>
      </p:pic>
      <p:sp>
        <p:nvSpPr>
          <p:cNvPr id="8" name="价值网络：由像素输出四个动作的 Q 值"/>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价值网络：由像素输出四个动作的 Q 值</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05"/>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05</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graphicFrame>
        <p:nvGraphicFramePr>
          <p:cNvPr id="11" name="表格 10"/>
          <p:cNvGraphicFramePr/>
          <p:nvPr/>
        </p:nvGraphicFramePr>
        <p:xfrm>
          <a:off x="523875" y="2085975"/>
          <a:ext cx="7486650" cy="3876677"/>
        </p:xfrm>
        <a:graphic>
          <a:graphicData uri="http://schemas.openxmlformats.org/drawingml/2006/table">
            <a:tbl>
              <a:tblPr/>
              <a:tblGrid>
                <a:gridCol w="1333500"/>
                <a:gridCol w="4000500"/>
                <a:gridCol w="2152650"/>
              </a:tblGrid>
              <a:tr h="553811">
                <a:tc>
                  <a:txBody>
                    <a:bodyPr wrap="square">
                      <a:spAutoFit/>
                    </a:bodyPr>
                    <a:lstStyle/>
                    <a:p>
                      <a:pPr algn="l"/>
                      <a:r>
                        <a:rPr sz="1650" b="1">
                          <a:solidFill>
                            <a:srgbClr val="FFFFFF"/>
                          </a:solidFill>
                          <a:latin typeface="微软雅黑" panose="020B0503020204020204" charset="-122"/>
                          <a:ea typeface="微软雅黑" panose="020B0503020204020204" charset="-122"/>
                          <a:cs typeface="微软雅黑" panose="020B0503020204020204" charset="-122"/>
                        </a:rPr>
                        <a:t>层</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运算配置</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输出尺寸</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r>
              <a:tr h="553811">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输入</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4 帧灰度，像素 / 255</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4 × 84 × 84</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553811">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卷积 1</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32 个 8×8 核，步长 4，ReLU</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32 × 20 × 20</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553811">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卷积 2</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64 个 4×4 核，步长 2，ReLU</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64 × 9 × 9</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553811">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卷积 3</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64 个 3×3 核，步长 1，ReLU</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64 × 7 × 7</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553811">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展平 / FC</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3136 维输入，512 维，ReLU</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512</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553811">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动作价值层</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512 → 4，线性输出</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4 个 Q 值</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bl>
          </a:graphicData>
        </a:graphic>
      </p:graphicFrame>
      <p:sp>
        <p:nvSpPr>
          <p:cNvPr id="12" name="输出不是动作概率"/>
          <p:cNvSpPr>
            <a:spLocks noGrp="1"/>
          </p:cNvSpPr>
          <p:nvPr/>
        </p:nvSpPr>
        <p:spPr>
          <a:xfrm>
            <a:off x="8401050" y="2181225"/>
            <a:ext cx="3124200"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输出不是动作概率</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3" name="Q(s,a) 估计执行动作后能获得的折扣累计回报。"/>
          <p:cNvSpPr>
            <a:spLocks noGrp="1"/>
          </p:cNvSpPr>
          <p:nvPr/>
        </p:nvSpPr>
        <p:spPr>
          <a:xfrm>
            <a:off x="8401050" y="2590800"/>
            <a:ext cx="3124200" cy="1219200"/>
          </a:xfrm>
          <a:prstGeom prst="rect">
            <a:avLst/>
          </a:prstGeom>
          <a:noFill/>
          <a:ln w="0">
            <a:noFill/>
          </a:ln>
        </p:spPr>
        <p:txBody>
          <a:bodyPr wrap="square" lIns="0" tIns="0" rIns="0" bIns="0" anchor="t">
            <a:noAutofit/>
          </a:bodyPr>
          <a:lstStyle>
            <a:defPPr algn="l">
              <a:defRPr sz="180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80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80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80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80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80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80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80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80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80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800" b="0">
                <a:solidFill>
                  <a:srgbClr val="1B2938"/>
                </a:solidFill>
                <a:latin typeface="微软雅黑" panose="020B0503020204020204" charset="-122"/>
                <a:ea typeface="微软雅黑" panose="020B0503020204020204" charset="-122"/>
                <a:cs typeface="微软雅黑" panose="020B0503020204020204" charset="-122"/>
              </a:defRPr>
            </a:pPr>
            <a:r>
              <a:rPr sz="1800" b="0">
                <a:solidFill>
                  <a:srgbClr val="1B2938"/>
                </a:solidFill>
                <a:latin typeface="微软雅黑" panose="020B0503020204020204" charset="-122"/>
                <a:ea typeface="微软雅黑" panose="020B0503020204020204" charset="-122"/>
                <a:cs typeface="微软雅黑" panose="020B0503020204020204" charset="-122"/>
              </a:rPr>
              <a:t>Q(s,a) 估计执行动作后能获得的折扣累计回报。</a:t>
            </a:r>
            <a:endParaRPr sz="180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4" name="贪心动作"/>
          <p:cNvSpPr>
            <a:spLocks noGrp="1"/>
          </p:cNvSpPr>
          <p:nvPr/>
        </p:nvSpPr>
        <p:spPr>
          <a:xfrm>
            <a:off x="8401050" y="3857625"/>
            <a:ext cx="3124200"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贪心动作</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5" name="a = argmax Q(s,a)&#10;训练时另加 ε-greedy 探索。"/>
          <p:cNvSpPr>
            <a:spLocks noGrp="1"/>
          </p:cNvSpPr>
          <p:nvPr/>
        </p:nvSpPr>
        <p:spPr>
          <a:xfrm>
            <a:off x="8401050" y="4267200"/>
            <a:ext cx="3124200" cy="1219200"/>
          </a:xfrm>
          <a:prstGeom prst="rect">
            <a:avLst/>
          </a:prstGeom>
          <a:noFill/>
          <a:ln w="0">
            <a:noFill/>
          </a:ln>
        </p:spPr>
        <p:txBody>
          <a:bodyPr wrap="square" lIns="0" tIns="0" rIns="0" bIns="0" anchor="t">
            <a:noAutofit/>
          </a:bodyPr>
          <a:lstStyle>
            <a:defPPr algn="l">
              <a:defRPr sz="180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80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80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80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80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80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80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80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80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80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800" b="0">
                <a:solidFill>
                  <a:srgbClr val="1B2938"/>
                </a:solidFill>
                <a:latin typeface="微软雅黑" panose="020B0503020204020204" charset="-122"/>
                <a:ea typeface="微软雅黑" panose="020B0503020204020204" charset="-122"/>
                <a:cs typeface="微软雅黑" panose="020B0503020204020204" charset="-122"/>
              </a:defRPr>
            </a:pPr>
            <a:r>
              <a:rPr sz="1800" b="0">
                <a:solidFill>
                  <a:srgbClr val="1B2938"/>
                </a:solidFill>
                <a:latin typeface="微软雅黑" panose="020B0503020204020204" charset="-122"/>
                <a:ea typeface="微软雅黑" panose="020B0503020204020204" charset="-122"/>
                <a:cs typeface="微软雅黑" panose="020B0503020204020204" charset="-122"/>
              </a:rPr>
              <a:t>a = argmax Q(s,a)</a:t>
            </a:r>
            <a:endParaRPr sz="1800" b="0">
              <a:solidFill>
                <a:srgbClr val="1B2938"/>
              </a:solidFill>
              <a:latin typeface="微软雅黑" panose="020B0503020204020204" charset="-122"/>
              <a:ea typeface="微软雅黑" panose="020B0503020204020204" charset="-122"/>
              <a:cs typeface="微软雅黑" panose="020B0503020204020204" charset="-122"/>
            </a:endParaRPr>
          </a:p>
          <a:p>
            <a:pPr algn="l">
              <a:defRPr sz="1800" b="0">
                <a:solidFill>
                  <a:srgbClr val="1B2938"/>
                </a:solidFill>
                <a:latin typeface="微软雅黑" panose="020B0503020204020204" charset="-122"/>
                <a:ea typeface="微软雅黑" panose="020B0503020204020204" charset="-122"/>
                <a:cs typeface="微软雅黑" panose="020B0503020204020204" charset="-122"/>
              </a:defRPr>
            </a:pPr>
            <a:r>
              <a:rPr sz="1800" b="0">
                <a:solidFill>
                  <a:srgbClr val="1B2938"/>
                </a:solidFill>
                <a:latin typeface="微软雅黑" panose="020B0503020204020204" charset="-122"/>
                <a:ea typeface="微软雅黑" panose="020B0503020204020204" charset="-122"/>
                <a:cs typeface="微软雅黑" panose="020B0503020204020204" charset="-122"/>
              </a:rPr>
              <a:t>训练时另加 ε-greedy 探索。</a:t>
            </a:r>
            <a:endParaRPr sz="180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6" name="实现：SB3 CnnPolicy / NatureCNN&#10;未使用 Double、Dueli"/>
          <p:cNvSpPr>
            <a:spLocks noGrp="1"/>
          </p:cNvSpPr>
          <p:nvPr/>
        </p:nvSpPr>
        <p:spPr>
          <a:xfrm>
            <a:off x="8401050" y="5505450"/>
            <a:ext cx="3143250" cy="647700"/>
          </a:xfrm>
          <a:prstGeom prst="rect">
            <a:avLst/>
          </a:prstGeom>
          <a:noFill/>
          <a:ln w="0">
            <a:noFill/>
          </a:ln>
        </p:spPr>
        <p:txBody>
          <a:bodyPr wrap="square" lIns="0" tIns="0" rIns="0" bIns="0" anchor="t">
            <a:noAutofit/>
          </a:bodyPr>
          <a:lstStyle>
            <a:defPPr algn="l">
              <a:defRPr sz="1575" b="0">
                <a:solidFill>
                  <a:srgbClr val="5D6975"/>
                </a:solidFill>
                <a:latin typeface="微软雅黑" panose="020B0503020204020204" charset="-122"/>
                <a:ea typeface="微软雅黑" panose="020B0503020204020204" charset="-122"/>
                <a:cs typeface="微软雅黑" panose="020B0503020204020204" charset="-122"/>
              </a:defRPr>
            </a:defPPr>
            <a:lvl1pPr algn="l">
              <a:defRPr sz="1575"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575"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575"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575"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575"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575"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575"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575"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575"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575" b="0">
                <a:solidFill>
                  <a:srgbClr val="5D6975"/>
                </a:solidFill>
                <a:latin typeface="微软雅黑" panose="020B0503020204020204" charset="-122"/>
                <a:ea typeface="微软雅黑" panose="020B0503020204020204" charset="-122"/>
                <a:cs typeface="微软雅黑" panose="020B0503020204020204" charset="-122"/>
              </a:defRPr>
            </a:pPr>
            <a:r>
              <a:rPr sz="1575" b="0">
                <a:solidFill>
                  <a:srgbClr val="5D6975"/>
                </a:solidFill>
                <a:latin typeface="微软雅黑" panose="020B0503020204020204" charset="-122"/>
                <a:ea typeface="微软雅黑" panose="020B0503020204020204" charset="-122"/>
                <a:cs typeface="微软雅黑" panose="020B0503020204020204" charset="-122"/>
              </a:rPr>
              <a:t>实现：SB3 CnnPolicy / NatureCNN</a:t>
            </a:r>
            <a:endParaRPr sz="1575" b="0">
              <a:solidFill>
                <a:srgbClr val="5D6975"/>
              </a:solidFill>
              <a:latin typeface="微软雅黑" panose="020B0503020204020204" charset="-122"/>
              <a:ea typeface="微软雅黑" panose="020B0503020204020204" charset="-122"/>
              <a:cs typeface="微软雅黑" panose="020B0503020204020204" charset="-122"/>
            </a:endParaRPr>
          </a:p>
          <a:p>
            <a:pPr algn="l">
              <a:defRPr sz="1575" b="0">
                <a:solidFill>
                  <a:srgbClr val="5D6975"/>
                </a:solidFill>
                <a:latin typeface="微软雅黑" panose="020B0503020204020204" charset="-122"/>
                <a:ea typeface="微软雅黑" panose="020B0503020204020204" charset="-122"/>
                <a:cs typeface="微软雅黑" panose="020B0503020204020204" charset="-122"/>
              </a:defRPr>
            </a:pPr>
            <a:r>
              <a:rPr sz="1575" b="0">
                <a:solidFill>
                  <a:srgbClr val="5D6975"/>
                </a:solidFill>
                <a:latin typeface="微软雅黑" panose="020B0503020204020204" charset="-122"/>
                <a:ea typeface="微软雅黑" panose="020B0503020204020204" charset="-122"/>
                <a:cs typeface="微软雅黑" panose="020B0503020204020204" charset="-122"/>
              </a:rPr>
              <a:t>未使用 Double、Dueling 或 PER</a:t>
            </a:r>
            <a:endParaRPr sz="1575" b="0">
              <a:solidFill>
                <a:srgbClr val="5D6975"/>
              </a:solidFill>
              <a:latin typeface="微软雅黑" panose="020B0503020204020204" charset="-122"/>
              <a:ea typeface="微软雅黑" panose="020B0503020204020204" charset="-122"/>
              <a:cs typeface="微软雅黑" panose="020B0503020204020204" charset="-122"/>
            </a:endParaRPr>
          </a:p>
        </p:txBody>
      </p:sp>
      <p:sp>
        <p:nvSpPr>
          <p:cNvPr id="17" name="在线网络和目标网络结构相同；无人工落点预测器，无人工追球控制策略。"/>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在线网络和目标网络结构相同；无人工落点预测器，无人工追球控制策略。</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1">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2"/>
          <a:stretch>
            <a:fillRect/>
          </a:stretch>
        </p:blipFill>
        <p:spPr>
          <a:xfrm>
            <a:off x="344170" y="333375"/>
            <a:ext cx="2924175" cy="666750"/>
          </a:xfrm>
          <a:prstGeom prst="rect">
            <a:avLst/>
          </a:prstGeom>
        </p:spPr>
      </p:pic>
      <p:sp>
        <p:nvSpPr>
          <p:cNvPr id="8" name="DQN 更新：经验回放与目标网络"/>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DQN 更新：经验回放与目标网络</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06"/>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06</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523875" y="2133600"/>
            <a:ext cx="2476500" cy="895350"/>
          </a:xfrm>
          <a:prstGeom prst="rect">
            <a:avLst/>
          </a:prstGeom>
          <a:solidFill>
            <a:srgbClr val="EEF4F7"/>
          </a:solidFill>
          <a:ln w="0">
            <a:noFill/>
          </a:ln>
        </p:spPr>
      </p:sp>
      <p:sp>
        <p:nvSpPr>
          <p:cNvPr id="12" name="环境交互"/>
          <p:cNvSpPr>
            <a:spLocks noGrp="1"/>
          </p:cNvSpPr>
          <p:nvPr/>
        </p:nvSpPr>
        <p:spPr>
          <a:xfrm>
            <a:off x="676275" y="2257425"/>
            <a:ext cx="2190750" cy="304800"/>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环境交互</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3" name="ε-greedy 选择动作"/>
          <p:cNvSpPr>
            <a:spLocks noGrp="1"/>
          </p:cNvSpPr>
          <p:nvPr/>
        </p:nvSpPr>
        <p:spPr>
          <a:xfrm>
            <a:off x="676275" y="2647950"/>
            <a:ext cx="2190750" cy="295275"/>
          </a:xfrm>
          <a:prstGeom prst="rect">
            <a:avLst/>
          </a:prstGeom>
          <a:noFill/>
          <a:ln w="0">
            <a:noFill/>
          </a:ln>
        </p:spPr>
        <p:txBody>
          <a:bodyPr wrap="square" lIns="0" tIns="0" rIns="0" bIns="0" anchor="t">
            <a:noAutofit/>
          </a:bodyPr>
          <a:lstStyle>
            <a:defPPr algn="l">
              <a:defRPr sz="150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50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50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50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50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50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50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50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50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50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500" b="0">
                <a:solidFill>
                  <a:srgbClr val="1B2938"/>
                </a:solidFill>
                <a:latin typeface="微软雅黑" panose="020B0503020204020204" charset="-122"/>
                <a:ea typeface="微软雅黑" panose="020B0503020204020204" charset="-122"/>
                <a:cs typeface="微软雅黑" panose="020B0503020204020204" charset="-122"/>
              </a:defRPr>
            </a:pPr>
            <a:r>
              <a:rPr sz="1500" b="0">
                <a:solidFill>
                  <a:srgbClr val="1B2938"/>
                </a:solidFill>
                <a:latin typeface="微软雅黑" panose="020B0503020204020204" charset="-122"/>
                <a:ea typeface="微软雅黑" panose="020B0503020204020204" charset="-122"/>
                <a:cs typeface="微软雅黑" panose="020B0503020204020204" charset="-122"/>
              </a:rPr>
              <a:t>ε-greedy 选择动作</a:t>
            </a:r>
            <a:endParaRPr sz="150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4" name="右箭头 13"/>
          <p:cNvSpPr>
            <a:spLocks noGrp="1"/>
          </p:cNvSpPr>
          <p:nvPr/>
        </p:nvSpPr>
        <p:spPr>
          <a:xfrm>
            <a:off x="3086100" y="2476500"/>
            <a:ext cx="133350" cy="123825"/>
          </a:xfrm>
          <a:prstGeom prst="rightArrow">
            <a:avLst/>
          </a:prstGeom>
          <a:solidFill>
            <a:srgbClr val="065980"/>
          </a:solidFill>
          <a:ln w="0">
            <a:noFill/>
          </a:ln>
        </p:spPr>
      </p:sp>
      <p:sp>
        <p:nvSpPr>
          <p:cNvPr id="15" name="矩形 14"/>
          <p:cNvSpPr>
            <a:spLocks noGrp="1"/>
          </p:cNvSpPr>
          <p:nvPr/>
        </p:nvSpPr>
        <p:spPr>
          <a:xfrm>
            <a:off x="3286125" y="2133600"/>
            <a:ext cx="2476500" cy="895350"/>
          </a:xfrm>
          <a:prstGeom prst="rect">
            <a:avLst/>
          </a:prstGeom>
          <a:solidFill>
            <a:srgbClr val="EEF4F7"/>
          </a:solidFill>
          <a:ln w="0">
            <a:noFill/>
          </a:ln>
        </p:spPr>
      </p:sp>
      <p:sp>
        <p:nvSpPr>
          <p:cNvPr id="16" name="经验回放"/>
          <p:cNvSpPr>
            <a:spLocks noGrp="1"/>
          </p:cNvSpPr>
          <p:nvPr/>
        </p:nvSpPr>
        <p:spPr>
          <a:xfrm>
            <a:off x="3438525" y="2257425"/>
            <a:ext cx="2190750" cy="304800"/>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经验回放</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7" name="保存 (s, a, r, s′, d)"/>
          <p:cNvSpPr>
            <a:spLocks noGrp="1"/>
          </p:cNvSpPr>
          <p:nvPr/>
        </p:nvSpPr>
        <p:spPr>
          <a:xfrm>
            <a:off x="3438525" y="2647950"/>
            <a:ext cx="2190750" cy="295275"/>
          </a:xfrm>
          <a:prstGeom prst="rect">
            <a:avLst/>
          </a:prstGeom>
          <a:noFill/>
          <a:ln w="0">
            <a:noFill/>
          </a:ln>
        </p:spPr>
        <p:txBody>
          <a:bodyPr wrap="square" lIns="0" tIns="0" rIns="0" bIns="0" anchor="t">
            <a:noAutofit/>
          </a:bodyPr>
          <a:lstStyle>
            <a:defPPr algn="l">
              <a:defRPr sz="150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50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50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50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50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50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50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50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50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50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500" b="0">
                <a:solidFill>
                  <a:srgbClr val="1B2938"/>
                </a:solidFill>
                <a:latin typeface="微软雅黑" panose="020B0503020204020204" charset="-122"/>
                <a:ea typeface="微软雅黑" panose="020B0503020204020204" charset="-122"/>
                <a:cs typeface="微软雅黑" panose="020B0503020204020204" charset="-122"/>
              </a:defRPr>
            </a:pPr>
            <a:r>
              <a:rPr sz="1500" b="0">
                <a:solidFill>
                  <a:srgbClr val="1B2938"/>
                </a:solidFill>
                <a:latin typeface="微软雅黑" panose="020B0503020204020204" charset="-122"/>
                <a:ea typeface="微软雅黑" panose="020B0503020204020204" charset="-122"/>
                <a:cs typeface="微软雅黑" panose="020B0503020204020204" charset="-122"/>
              </a:rPr>
              <a:t>保存 (s, a, r, s′, d)</a:t>
            </a:r>
            <a:endParaRPr sz="150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8" name="右箭头 17"/>
          <p:cNvSpPr>
            <a:spLocks noGrp="1"/>
          </p:cNvSpPr>
          <p:nvPr/>
        </p:nvSpPr>
        <p:spPr>
          <a:xfrm>
            <a:off x="5848350" y="2476500"/>
            <a:ext cx="133350" cy="123825"/>
          </a:xfrm>
          <a:prstGeom prst="rightArrow">
            <a:avLst/>
          </a:prstGeom>
          <a:solidFill>
            <a:srgbClr val="065980"/>
          </a:solidFill>
          <a:ln w="0">
            <a:noFill/>
          </a:ln>
        </p:spPr>
      </p:sp>
      <p:sp>
        <p:nvSpPr>
          <p:cNvPr id="19" name="矩形 18"/>
          <p:cNvSpPr>
            <a:spLocks noGrp="1"/>
          </p:cNvSpPr>
          <p:nvPr/>
        </p:nvSpPr>
        <p:spPr>
          <a:xfrm>
            <a:off x="6048375" y="2133600"/>
            <a:ext cx="2476500" cy="895350"/>
          </a:xfrm>
          <a:prstGeom prst="rect">
            <a:avLst/>
          </a:prstGeom>
          <a:solidFill>
            <a:srgbClr val="EEF4F7"/>
          </a:solidFill>
          <a:ln w="0">
            <a:noFill/>
          </a:ln>
        </p:spPr>
      </p:sp>
      <p:sp>
        <p:nvSpPr>
          <p:cNvPr id="20" name="小批量抽样"/>
          <p:cNvSpPr>
            <a:spLocks noGrp="1"/>
          </p:cNvSpPr>
          <p:nvPr/>
        </p:nvSpPr>
        <p:spPr>
          <a:xfrm>
            <a:off x="6200775" y="2257425"/>
            <a:ext cx="2190750" cy="304800"/>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小批量抽样</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21" name="随机采样 32 条转移"/>
          <p:cNvSpPr>
            <a:spLocks noGrp="1"/>
          </p:cNvSpPr>
          <p:nvPr/>
        </p:nvSpPr>
        <p:spPr>
          <a:xfrm>
            <a:off x="6200775" y="2647950"/>
            <a:ext cx="2190750" cy="295275"/>
          </a:xfrm>
          <a:prstGeom prst="rect">
            <a:avLst/>
          </a:prstGeom>
          <a:noFill/>
          <a:ln w="0">
            <a:noFill/>
          </a:ln>
        </p:spPr>
        <p:txBody>
          <a:bodyPr wrap="square" lIns="0" tIns="0" rIns="0" bIns="0" anchor="t">
            <a:noAutofit/>
          </a:bodyPr>
          <a:lstStyle>
            <a:defPPr algn="l">
              <a:defRPr sz="150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50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50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50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50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50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50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50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50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50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500" b="0">
                <a:solidFill>
                  <a:srgbClr val="1B2938"/>
                </a:solidFill>
                <a:latin typeface="微软雅黑" panose="020B0503020204020204" charset="-122"/>
                <a:ea typeface="微软雅黑" panose="020B0503020204020204" charset="-122"/>
                <a:cs typeface="微软雅黑" panose="020B0503020204020204" charset="-122"/>
              </a:defRPr>
            </a:pPr>
            <a:r>
              <a:rPr sz="1500" b="0">
                <a:solidFill>
                  <a:srgbClr val="1B2938"/>
                </a:solidFill>
                <a:latin typeface="微软雅黑" panose="020B0503020204020204" charset="-122"/>
                <a:ea typeface="微软雅黑" panose="020B0503020204020204" charset="-122"/>
                <a:cs typeface="微软雅黑" panose="020B0503020204020204" charset="-122"/>
              </a:rPr>
              <a:t>随机采样 32 条转移</a:t>
            </a:r>
            <a:endParaRPr sz="150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22" name="右箭头 21"/>
          <p:cNvSpPr>
            <a:spLocks noGrp="1"/>
          </p:cNvSpPr>
          <p:nvPr/>
        </p:nvSpPr>
        <p:spPr>
          <a:xfrm>
            <a:off x="8610600" y="2476500"/>
            <a:ext cx="133350" cy="123825"/>
          </a:xfrm>
          <a:prstGeom prst="rightArrow">
            <a:avLst/>
          </a:prstGeom>
          <a:solidFill>
            <a:srgbClr val="065980"/>
          </a:solidFill>
          <a:ln w="0">
            <a:noFill/>
          </a:ln>
        </p:spPr>
      </p:sp>
      <p:sp>
        <p:nvSpPr>
          <p:cNvPr id="23" name="矩形 22"/>
          <p:cNvSpPr>
            <a:spLocks noGrp="1"/>
          </p:cNvSpPr>
          <p:nvPr/>
        </p:nvSpPr>
        <p:spPr>
          <a:xfrm>
            <a:off x="8810625" y="2133600"/>
            <a:ext cx="2476500" cy="895350"/>
          </a:xfrm>
          <a:prstGeom prst="rect">
            <a:avLst/>
          </a:prstGeom>
          <a:solidFill>
            <a:srgbClr val="EEF4F7"/>
          </a:solidFill>
          <a:ln w="0">
            <a:noFill/>
          </a:ln>
        </p:spPr>
      </p:sp>
      <p:sp>
        <p:nvSpPr>
          <p:cNvPr id="24" name="在线网络更新"/>
          <p:cNvSpPr>
            <a:spLocks noGrp="1"/>
          </p:cNvSpPr>
          <p:nvPr/>
        </p:nvSpPr>
        <p:spPr>
          <a:xfrm>
            <a:off x="8963025" y="2257425"/>
            <a:ext cx="2190750" cy="304800"/>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在线网络更新</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25" name="Huber loss + Adam"/>
          <p:cNvSpPr>
            <a:spLocks noGrp="1"/>
          </p:cNvSpPr>
          <p:nvPr/>
        </p:nvSpPr>
        <p:spPr>
          <a:xfrm>
            <a:off x="8963025" y="2647950"/>
            <a:ext cx="2190750" cy="295275"/>
          </a:xfrm>
          <a:prstGeom prst="rect">
            <a:avLst/>
          </a:prstGeom>
          <a:noFill/>
          <a:ln w="0">
            <a:noFill/>
          </a:ln>
        </p:spPr>
        <p:txBody>
          <a:bodyPr wrap="square" lIns="0" tIns="0" rIns="0" bIns="0" anchor="t">
            <a:noAutofit/>
          </a:bodyPr>
          <a:lstStyle>
            <a:defPPr algn="l">
              <a:defRPr sz="150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50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50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50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50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50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50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50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50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50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500" b="0">
                <a:solidFill>
                  <a:srgbClr val="1B2938"/>
                </a:solidFill>
                <a:latin typeface="微软雅黑" panose="020B0503020204020204" charset="-122"/>
                <a:ea typeface="微软雅黑" panose="020B0503020204020204" charset="-122"/>
                <a:cs typeface="微软雅黑" panose="020B0503020204020204" charset="-122"/>
              </a:defRPr>
            </a:pPr>
            <a:r>
              <a:rPr sz="1500" b="0">
                <a:solidFill>
                  <a:srgbClr val="1B2938"/>
                </a:solidFill>
                <a:latin typeface="微软雅黑" panose="020B0503020204020204" charset="-122"/>
                <a:ea typeface="微软雅黑" panose="020B0503020204020204" charset="-122"/>
                <a:cs typeface="微软雅黑" panose="020B0503020204020204" charset="-122"/>
              </a:rPr>
              <a:t>Huber loss + Adam</a:t>
            </a:r>
            <a:endParaRPr sz="150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26" name="一步 TD 目标"/>
          <p:cNvSpPr>
            <a:spLocks noGrp="1"/>
          </p:cNvSpPr>
          <p:nvPr/>
        </p:nvSpPr>
        <p:spPr>
          <a:xfrm>
            <a:off x="523875" y="3362325"/>
            <a:ext cx="2667000" cy="34290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一步 TD 目标</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27" name="y = r + γ(1 − d) max Qθ⁻(s′, a′)"/>
          <p:cNvSpPr>
            <a:spLocks noGrp="1"/>
          </p:cNvSpPr>
          <p:nvPr/>
        </p:nvSpPr>
        <p:spPr>
          <a:xfrm>
            <a:off x="523875" y="3838575"/>
            <a:ext cx="7620000" cy="533400"/>
          </a:xfrm>
          <a:prstGeom prst="rect">
            <a:avLst/>
          </a:prstGeom>
          <a:noFill/>
          <a:ln w="0">
            <a:noFill/>
          </a:ln>
        </p:spPr>
        <p:txBody>
          <a:bodyPr wrap="square" lIns="0" tIns="0" rIns="0" bIns="0" anchor="t">
            <a:noAutofit/>
          </a:bodyPr>
          <a:lstStyle>
            <a:defPPr algn="l">
              <a:defRPr sz="2475" b="1">
                <a:solidFill>
                  <a:srgbClr val="244B61"/>
                </a:solidFill>
                <a:latin typeface="微软雅黑" panose="020B0503020204020204" charset="-122"/>
                <a:ea typeface="微软雅黑" panose="020B0503020204020204" charset="-122"/>
                <a:cs typeface="微软雅黑" panose="020B0503020204020204" charset="-122"/>
              </a:defRPr>
            </a:defPPr>
            <a:lvl1pPr algn="l">
              <a:defRPr sz="2475"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475"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475"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475"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475"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475"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475"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475"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475"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475" b="1">
                <a:solidFill>
                  <a:srgbClr val="244B61"/>
                </a:solidFill>
                <a:latin typeface="微软雅黑" panose="020B0503020204020204" charset="-122"/>
                <a:ea typeface="微软雅黑" panose="020B0503020204020204" charset="-122"/>
                <a:cs typeface="微软雅黑" panose="020B0503020204020204" charset="-122"/>
              </a:defRPr>
            </a:pPr>
            <a:r>
              <a:rPr sz="2475" b="1">
                <a:solidFill>
                  <a:srgbClr val="244B61"/>
                </a:solidFill>
                <a:latin typeface="微软雅黑" panose="020B0503020204020204" charset="-122"/>
                <a:ea typeface="微软雅黑" panose="020B0503020204020204" charset="-122"/>
                <a:cs typeface="微软雅黑" panose="020B0503020204020204" charset="-122"/>
              </a:rPr>
              <a:t>y = r + γ(1 − d) max Q</a:t>
            </a:r>
            <a:r>
              <a:rPr sz="1830" b="1" baseline="-25000">
                <a:solidFill>
                  <a:srgbClr val="244B61"/>
                </a:solidFill>
                <a:latin typeface="微软雅黑" panose="020B0503020204020204" charset="-122"/>
                <a:ea typeface="微软雅黑" panose="020B0503020204020204" charset="-122"/>
                <a:cs typeface="微软雅黑" panose="020B0503020204020204" charset="-122"/>
              </a:rPr>
              <a:t>θ⁻</a:t>
            </a:r>
            <a:r>
              <a:rPr sz="2475" b="1">
                <a:solidFill>
                  <a:srgbClr val="244B61"/>
                </a:solidFill>
                <a:latin typeface="微软雅黑" panose="020B0503020204020204" charset="-122"/>
                <a:ea typeface="微软雅黑" panose="020B0503020204020204" charset="-122"/>
                <a:cs typeface="微软雅黑" panose="020B0503020204020204" charset="-122"/>
              </a:rPr>
              <a:t>(s′, a′)</a:t>
            </a:r>
            <a:endParaRPr sz="2475"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28" name="δ = y − Qθ(s, a)        γ = 0.99"/>
          <p:cNvSpPr>
            <a:spLocks noGrp="1"/>
          </p:cNvSpPr>
          <p:nvPr/>
        </p:nvSpPr>
        <p:spPr>
          <a:xfrm>
            <a:off x="523875" y="4514850"/>
            <a:ext cx="7620000" cy="428625"/>
          </a:xfrm>
          <a:prstGeom prst="rect">
            <a:avLst/>
          </a:prstGeom>
          <a:noFill/>
          <a:ln w="0">
            <a:noFill/>
          </a:ln>
        </p:spPr>
        <p:txBody>
          <a:bodyPr wrap="square" lIns="0" tIns="0" rIns="0" bIns="0" anchor="t">
            <a:noAutofit/>
          </a:bodyPr>
          <a:lstStyle>
            <a:defPPr algn="l">
              <a:defRPr sz="2100" b="0">
                <a:solidFill>
                  <a:srgbClr val="1B2938"/>
                </a:solidFill>
                <a:latin typeface="微软雅黑" panose="020B0503020204020204" charset="-122"/>
                <a:ea typeface="微软雅黑" panose="020B0503020204020204" charset="-122"/>
                <a:cs typeface="微软雅黑" panose="020B0503020204020204" charset="-122"/>
              </a:defRPr>
            </a:defPPr>
            <a:lvl1pPr algn="l">
              <a:defRPr sz="210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210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210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210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210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210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210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210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210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2100" b="0">
                <a:solidFill>
                  <a:srgbClr val="1B2938"/>
                </a:solidFill>
                <a:latin typeface="微软雅黑" panose="020B0503020204020204" charset="-122"/>
                <a:ea typeface="微软雅黑" panose="020B0503020204020204" charset="-122"/>
                <a:cs typeface="微软雅黑" panose="020B0503020204020204" charset="-122"/>
              </a:defRPr>
            </a:pPr>
            <a:r>
              <a:rPr sz="2100" b="0">
                <a:solidFill>
                  <a:srgbClr val="1B2938"/>
                </a:solidFill>
                <a:latin typeface="微软雅黑" panose="020B0503020204020204" charset="-122"/>
                <a:ea typeface="微软雅黑" panose="020B0503020204020204" charset="-122"/>
                <a:cs typeface="微软雅黑" panose="020B0503020204020204" charset="-122"/>
              </a:rPr>
              <a:t>δ = y − Q</a:t>
            </a:r>
            <a:r>
              <a:rPr sz="1555" b="0" baseline="-25000">
                <a:solidFill>
                  <a:srgbClr val="1B2938"/>
                </a:solidFill>
                <a:latin typeface="微软雅黑" panose="020B0503020204020204" charset="-122"/>
                <a:ea typeface="微软雅黑" panose="020B0503020204020204" charset="-122"/>
                <a:cs typeface="微软雅黑" panose="020B0503020204020204" charset="-122"/>
              </a:rPr>
              <a:t>θ</a:t>
            </a:r>
            <a:r>
              <a:rPr sz="2100" b="0">
                <a:solidFill>
                  <a:srgbClr val="1B2938"/>
                </a:solidFill>
                <a:latin typeface="微软雅黑" panose="020B0503020204020204" charset="-122"/>
                <a:ea typeface="微软雅黑" panose="020B0503020204020204" charset="-122"/>
                <a:cs typeface="微软雅黑" panose="020B0503020204020204" charset="-122"/>
              </a:rPr>
              <a:t>(s, a)        γ = 0.99</a:t>
            </a:r>
            <a:endParaRPr sz="210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29" name="矩形 28"/>
          <p:cNvSpPr>
            <a:spLocks noGrp="1"/>
          </p:cNvSpPr>
          <p:nvPr/>
        </p:nvSpPr>
        <p:spPr>
          <a:xfrm>
            <a:off x="8658225" y="3371850"/>
            <a:ext cx="3000375" cy="1638300"/>
          </a:xfrm>
          <a:prstGeom prst="rect">
            <a:avLst/>
          </a:prstGeom>
          <a:solidFill>
            <a:srgbClr val="EEF4F7"/>
          </a:solidFill>
          <a:ln w="0">
            <a:noFill/>
          </a:ln>
        </p:spPr>
      </p:sp>
      <p:sp>
        <p:nvSpPr>
          <p:cNvPr id="30" name="目标网络"/>
          <p:cNvSpPr>
            <a:spLocks noGrp="1"/>
          </p:cNvSpPr>
          <p:nvPr/>
        </p:nvSpPr>
        <p:spPr>
          <a:xfrm>
            <a:off x="8886825" y="3543300"/>
            <a:ext cx="2533650"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目标网络</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31" name="每 10,000 个决策步&#10;从在线网络复制参数&#10;构造目标时停止梯度"/>
          <p:cNvSpPr>
            <a:spLocks noGrp="1"/>
          </p:cNvSpPr>
          <p:nvPr/>
        </p:nvSpPr>
        <p:spPr>
          <a:xfrm>
            <a:off x="8886825" y="4000500"/>
            <a:ext cx="2533650" cy="904875"/>
          </a:xfrm>
          <a:prstGeom prst="rect">
            <a:avLst/>
          </a:prstGeom>
          <a:noFill/>
          <a:ln w="0">
            <a:noFill/>
          </a:ln>
        </p:spPr>
        <p:txBody>
          <a:bodyPr wrap="square" lIns="0" tIns="0" rIns="0" bIns="0" anchor="t">
            <a:noAutofit/>
          </a:bodyPr>
          <a:lstStyle>
            <a:defPPr algn="l">
              <a:defRPr sz="165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65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65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65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65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65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65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65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65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65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650" b="0">
                <a:solidFill>
                  <a:srgbClr val="1B2938"/>
                </a:solidFill>
                <a:latin typeface="微软雅黑" panose="020B0503020204020204" charset="-122"/>
                <a:ea typeface="微软雅黑" panose="020B0503020204020204" charset="-122"/>
                <a:cs typeface="微软雅黑" panose="020B0503020204020204" charset="-122"/>
              </a:defRPr>
            </a:pPr>
            <a:r>
              <a:rPr sz="1650" b="0">
                <a:solidFill>
                  <a:srgbClr val="1B2938"/>
                </a:solidFill>
                <a:latin typeface="微软雅黑" panose="020B0503020204020204" charset="-122"/>
                <a:ea typeface="微软雅黑" panose="020B0503020204020204" charset="-122"/>
                <a:cs typeface="微软雅黑" panose="020B0503020204020204" charset="-122"/>
              </a:rPr>
              <a:t>每 10,000 个决策步</a:t>
            </a:r>
            <a:endParaRPr sz="1650" b="0">
              <a:solidFill>
                <a:srgbClr val="1B2938"/>
              </a:solidFill>
              <a:latin typeface="微软雅黑" panose="020B0503020204020204" charset="-122"/>
              <a:ea typeface="微软雅黑" panose="020B0503020204020204" charset="-122"/>
              <a:cs typeface="微软雅黑" panose="020B0503020204020204" charset="-122"/>
            </a:endParaRPr>
          </a:p>
          <a:p>
            <a:pPr algn="l">
              <a:defRPr sz="1650" b="0">
                <a:solidFill>
                  <a:srgbClr val="1B2938"/>
                </a:solidFill>
                <a:latin typeface="微软雅黑" panose="020B0503020204020204" charset="-122"/>
                <a:ea typeface="微软雅黑" panose="020B0503020204020204" charset="-122"/>
                <a:cs typeface="微软雅黑" panose="020B0503020204020204" charset="-122"/>
              </a:defRPr>
            </a:pPr>
            <a:r>
              <a:rPr sz="1650" b="0">
                <a:solidFill>
                  <a:srgbClr val="1B2938"/>
                </a:solidFill>
                <a:latin typeface="微软雅黑" panose="020B0503020204020204" charset="-122"/>
                <a:ea typeface="微软雅黑" panose="020B0503020204020204" charset="-122"/>
                <a:cs typeface="微软雅黑" panose="020B0503020204020204" charset="-122"/>
              </a:rPr>
              <a:t>从在线网络复制参数</a:t>
            </a:r>
            <a:endParaRPr sz="1650" b="0">
              <a:solidFill>
                <a:srgbClr val="1B2938"/>
              </a:solidFill>
              <a:latin typeface="微软雅黑" panose="020B0503020204020204" charset="-122"/>
              <a:ea typeface="微软雅黑" panose="020B0503020204020204" charset="-122"/>
              <a:cs typeface="微软雅黑" panose="020B0503020204020204" charset="-122"/>
            </a:endParaRPr>
          </a:p>
          <a:p>
            <a:pPr algn="l">
              <a:defRPr sz="1650" b="0">
                <a:solidFill>
                  <a:srgbClr val="1B2938"/>
                </a:solidFill>
                <a:latin typeface="微软雅黑" panose="020B0503020204020204" charset="-122"/>
                <a:ea typeface="微软雅黑" panose="020B0503020204020204" charset="-122"/>
                <a:cs typeface="微软雅黑" panose="020B0503020204020204" charset="-122"/>
              </a:defRPr>
            </a:pPr>
            <a:r>
              <a:rPr sz="1650" b="0">
                <a:solidFill>
                  <a:srgbClr val="1B2938"/>
                </a:solidFill>
                <a:latin typeface="微软雅黑" panose="020B0503020204020204" charset="-122"/>
                <a:ea typeface="微软雅黑" panose="020B0503020204020204" charset="-122"/>
                <a:cs typeface="微软雅黑" panose="020B0503020204020204" charset="-122"/>
              </a:rPr>
              <a:t>构造目标时停止梯度</a:t>
            </a:r>
            <a:endParaRPr sz="165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32" name="矩形 31"/>
          <p:cNvSpPr>
            <a:spLocks noGrp="1"/>
          </p:cNvSpPr>
          <p:nvPr/>
        </p:nvSpPr>
        <p:spPr>
          <a:xfrm>
            <a:off x="523875" y="5295900"/>
            <a:ext cx="11125200" cy="9525"/>
          </a:xfrm>
          <a:prstGeom prst="rect">
            <a:avLst/>
          </a:prstGeom>
          <a:solidFill>
            <a:srgbClr val="C9D6DF"/>
          </a:solidFill>
          <a:ln w="0">
            <a:noFill/>
          </a:ln>
        </p:spPr>
      </p:sp>
      <p:sp>
        <p:nvSpPr>
          <p:cNvPr id="33" name="更新节奏"/>
          <p:cNvSpPr>
            <a:spLocks noGrp="1"/>
          </p:cNvSpPr>
          <p:nvPr/>
        </p:nvSpPr>
        <p:spPr>
          <a:xfrm>
            <a:off x="523875" y="5514975"/>
            <a:ext cx="1714500" cy="342900"/>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更新节奏</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34" name="每 4 个决策步更新 1 次；每步动作又重复 4 个物理帧。"/>
          <p:cNvSpPr>
            <a:spLocks noGrp="1"/>
          </p:cNvSpPr>
          <p:nvPr/>
        </p:nvSpPr>
        <p:spPr>
          <a:xfrm>
            <a:off x="2324100" y="5514975"/>
            <a:ext cx="9334500" cy="381000"/>
          </a:xfrm>
          <a:prstGeom prst="rect">
            <a:avLst/>
          </a:prstGeom>
          <a:noFill/>
          <a:ln w="0">
            <a:noFill/>
          </a:ln>
        </p:spPr>
        <p:txBody>
          <a:bodyPr wrap="square" lIns="0" tIns="0" rIns="0" bIns="0" anchor="t">
            <a:noAutofit/>
          </a:bodyPr>
          <a:lstStyle>
            <a:defPPr algn="l">
              <a:defRPr sz="180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80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80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80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80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80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80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80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80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80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800" b="0">
                <a:solidFill>
                  <a:srgbClr val="1B2938"/>
                </a:solidFill>
                <a:latin typeface="微软雅黑" panose="020B0503020204020204" charset="-122"/>
                <a:ea typeface="微软雅黑" panose="020B0503020204020204" charset="-122"/>
                <a:cs typeface="微软雅黑" panose="020B0503020204020204" charset="-122"/>
              </a:defRPr>
            </a:pPr>
            <a:r>
              <a:rPr sz="1800" b="0">
                <a:solidFill>
                  <a:srgbClr val="1B2938"/>
                </a:solidFill>
                <a:latin typeface="微软雅黑" panose="020B0503020204020204" charset="-122"/>
                <a:ea typeface="微软雅黑" panose="020B0503020204020204" charset="-122"/>
                <a:cs typeface="微软雅黑" panose="020B0503020204020204" charset="-122"/>
              </a:rPr>
              <a:t>每 4 个决策步更新 1 次；每步动作又重复 4 个物理帧。</a:t>
            </a:r>
            <a:endParaRPr sz="180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35" name="终止处理"/>
          <p:cNvSpPr>
            <a:spLocks noGrp="1"/>
          </p:cNvSpPr>
          <p:nvPr/>
        </p:nvSpPr>
        <p:spPr>
          <a:xfrm>
            <a:off x="523875" y="5981700"/>
            <a:ext cx="1714500" cy="304800"/>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终止处理</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36" name="生命耗尽 / 通关：取消自举；时间上限截断：保留最终观测。"/>
          <p:cNvSpPr>
            <a:spLocks noGrp="1"/>
          </p:cNvSpPr>
          <p:nvPr/>
        </p:nvSpPr>
        <p:spPr>
          <a:xfrm>
            <a:off x="2324100" y="5981700"/>
            <a:ext cx="9334500" cy="323850"/>
          </a:xfrm>
          <a:prstGeom prst="rect">
            <a:avLst/>
          </a:prstGeom>
          <a:noFill/>
          <a:ln w="0">
            <a:noFill/>
          </a:ln>
        </p:spPr>
        <p:txBody>
          <a:bodyPr wrap="square" lIns="0" tIns="0" rIns="0" bIns="0" anchor="t">
            <a:noAutofit/>
          </a:bodyPr>
          <a:lstStyle>
            <a:defPPr algn="l">
              <a:defRPr sz="1725" b="0">
                <a:solidFill>
                  <a:srgbClr val="1B2938"/>
                </a:solidFill>
                <a:latin typeface="微软雅黑" panose="020B0503020204020204" charset="-122"/>
                <a:ea typeface="微软雅黑" panose="020B0503020204020204" charset="-122"/>
                <a:cs typeface="微软雅黑" panose="020B0503020204020204" charset="-122"/>
              </a:defRPr>
            </a:defPPr>
            <a:lvl1pPr algn="l">
              <a:defRPr sz="1725"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725"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725"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725"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725"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725"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725"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725"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725"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生命耗尽 / 通关：取消自举；时间上限截断：保留最终观测。</a:t>
            </a:r>
            <a:endParaRPr sz="1725"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37" name="d 表示真正终止；失去单条生命不结束回合；训练为 ε-greedy，评估为贪心策略。"/>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d 表示真正终止；失去单条生命不结束回合；训练为 ε-greedy，评估为贪心策略。</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1">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2"/>
          <a:stretch>
            <a:fillRect/>
          </a:stretch>
        </p:blipFill>
        <p:spPr>
          <a:xfrm>
            <a:off x="344170" y="333375"/>
            <a:ext cx="2924175" cy="666750"/>
          </a:xfrm>
          <a:prstGeom prst="rect">
            <a:avLst/>
          </a:prstGeom>
        </p:spPr>
      </p:pic>
      <p:sp>
        <p:nvSpPr>
          <p:cNvPr id="8" name="实验路线：四项训练围绕同一任务展开"/>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实验路线：四项训练围绕同一任务展开</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07"/>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07</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1" name="矩形 10"/>
          <p:cNvSpPr>
            <a:spLocks noGrp="1"/>
          </p:cNvSpPr>
          <p:nvPr/>
        </p:nvSpPr>
        <p:spPr>
          <a:xfrm>
            <a:off x="523875" y="2219325"/>
            <a:ext cx="3286125" cy="1447800"/>
          </a:xfrm>
          <a:prstGeom prst="rect">
            <a:avLst/>
          </a:prstGeom>
          <a:solidFill>
            <a:srgbClr val="EEF4F7"/>
          </a:solidFill>
          <a:ln w="9525">
            <a:solidFill>
              <a:srgbClr val="C9D6DF"/>
            </a:solidFill>
          </a:ln>
        </p:spPr>
      </p:sp>
      <p:sp>
        <p:nvSpPr>
          <p:cNvPr id="12" name="A  基础训练 500k"/>
          <p:cNvSpPr>
            <a:spLocks noGrp="1"/>
          </p:cNvSpPr>
          <p:nvPr/>
        </p:nvSpPr>
        <p:spPr>
          <a:xfrm>
            <a:off x="714375" y="2371725"/>
            <a:ext cx="2905125" cy="34290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A  基础训练 500k</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3" name="随机初始化，训练种子 42&#10;选取 350k 候选节点"/>
          <p:cNvSpPr>
            <a:spLocks noGrp="1"/>
          </p:cNvSpPr>
          <p:nvPr/>
        </p:nvSpPr>
        <p:spPr>
          <a:xfrm>
            <a:off x="714375" y="2809875"/>
            <a:ext cx="2905125" cy="781050"/>
          </a:xfrm>
          <a:prstGeom prst="rect">
            <a:avLst/>
          </a:prstGeom>
          <a:noFill/>
          <a:ln w="0">
            <a:noFill/>
          </a:ln>
        </p:spPr>
        <p:txBody>
          <a:bodyPr wrap="square" lIns="0" tIns="0" rIns="0" bIns="0" anchor="t">
            <a:noAutofit/>
          </a:bodyPr>
          <a:lstStyle>
            <a:defPPr algn="l">
              <a:defRPr sz="1725" b="0">
                <a:solidFill>
                  <a:srgbClr val="1B2938"/>
                </a:solidFill>
                <a:latin typeface="微软雅黑" panose="020B0503020204020204" charset="-122"/>
                <a:ea typeface="微软雅黑" panose="020B0503020204020204" charset="-122"/>
                <a:cs typeface="微软雅黑" panose="020B0503020204020204" charset="-122"/>
              </a:defRPr>
            </a:defPPr>
            <a:lvl1pPr algn="l">
              <a:defRPr sz="1725"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725"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725"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725"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725"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725"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725"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725"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725"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随机初始化，训练种子 42</a:t>
            </a:r>
            <a:endParaRPr sz="1725" b="0">
              <a:solidFill>
                <a:srgbClr val="1B2938"/>
              </a:solidFill>
              <a:latin typeface="微软雅黑" panose="020B0503020204020204" charset="-122"/>
              <a:ea typeface="微软雅黑" panose="020B0503020204020204" charset="-122"/>
              <a:cs typeface="微软雅黑" panose="020B0503020204020204" charset="-122"/>
            </a:endParaRPr>
          </a:p>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选取 350k 候选节点</a:t>
            </a:r>
            <a:endParaRPr sz="1725"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4" name="右箭头 13"/>
          <p:cNvSpPr>
            <a:spLocks noGrp="1"/>
          </p:cNvSpPr>
          <p:nvPr/>
        </p:nvSpPr>
        <p:spPr>
          <a:xfrm>
            <a:off x="3933825" y="2771775"/>
            <a:ext cx="400050" cy="171450"/>
          </a:xfrm>
          <a:prstGeom prst="rightArrow">
            <a:avLst/>
          </a:prstGeom>
          <a:solidFill>
            <a:srgbClr val="065980"/>
          </a:solidFill>
          <a:ln w="0">
            <a:noFill/>
          </a:ln>
        </p:spPr>
      </p:sp>
      <p:sp>
        <p:nvSpPr>
          <p:cNvPr id="15" name="矩形 14"/>
          <p:cNvSpPr>
            <a:spLocks noGrp="1"/>
          </p:cNvSpPr>
          <p:nvPr/>
        </p:nvSpPr>
        <p:spPr>
          <a:xfrm>
            <a:off x="4524375" y="2219325"/>
            <a:ext cx="3286125" cy="1447800"/>
          </a:xfrm>
          <a:prstGeom prst="rect">
            <a:avLst/>
          </a:prstGeom>
          <a:solidFill>
            <a:srgbClr val="EEF4F7"/>
          </a:solidFill>
          <a:ln w="9525">
            <a:solidFill>
              <a:srgbClr val="C9D6DF"/>
            </a:solidFill>
          </a:ln>
        </p:spPr>
      </p:sp>
      <p:sp>
        <p:nvSpPr>
          <p:cNvPr id="16" name="B  一步续训 200k"/>
          <p:cNvSpPr>
            <a:spLocks noGrp="1"/>
          </p:cNvSpPr>
          <p:nvPr/>
        </p:nvSpPr>
        <p:spPr>
          <a:xfrm>
            <a:off x="4714875" y="2371725"/>
            <a:ext cx="2905125" cy="34290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B  一步续训 200k</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7" name="从 A 的 350k 模型出发&#10;本阶段 25k 成为最佳"/>
          <p:cNvSpPr>
            <a:spLocks noGrp="1"/>
          </p:cNvSpPr>
          <p:nvPr/>
        </p:nvSpPr>
        <p:spPr>
          <a:xfrm>
            <a:off x="4714875" y="2809875"/>
            <a:ext cx="2905125" cy="781050"/>
          </a:xfrm>
          <a:prstGeom prst="rect">
            <a:avLst/>
          </a:prstGeom>
          <a:noFill/>
          <a:ln w="0">
            <a:noFill/>
          </a:ln>
        </p:spPr>
        <p:txBody>
          <a:bodyPr wrap="square" lIns="0" tIns="0" rIns="0" bIns="0" anchor="t">
            <a:noAutofit/>
          </a:bodyPr>
          <a:lstStyle>
            <a:defPPr algn="l">
              <a:defRPr sz="1725" b="0">
                <a:solidFill>
                  <a:srgbClr val="1B2938"/>
                </a:solidFill>
                <a:latin typeface="微软雅黑" panose="020B0503020204020204" charset="-122"/>
                <a:ea typeface="微软雅黑" panose="020B0503020204020204" charset="-122"/>
                <a:cs typeface="微软雅黑" panose="020B0503020204020204" charset="-122"/>
              </a:defRPr>
            </a:defPPr>
            <a:lvl1pPr algn="l">
              <a:defRPr sz="1725"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725"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725"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725"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725"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725"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725"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725"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725"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从 A 的 350k 模型出发</a:t>
            </a:r>
            <a:endParaRPr sz="1725" b="0">
              <a:solidFill>
                <a:srgbClr val="1B2938"/>
              </a:solidFill>
              <a:latin typeface="微软雅黑" panose="020B0503020204020204" charset="-122"/>
              <a:ea typeface="微软雅黑" panose="020B0503020204020204" charset="-122"/>
              <a:cs typeface="微软雅黑" panose="020B0503020204020204" charset="-122"/>
            </a:endParaRPr>
          </a:p>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本阶段 25k 成为最佳</a:t>
            </a:r>
            <a:endParaRPr sz="1725"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8" name="矩形 17"/>
          <p:cNvSpPr>
            <a:spLocks noGrp="1"/>
          </p:cNvSpPr>
          <p:nvPr/>
        </p:nvSpPr>
        <p:spPr>
          <a:xfrm>
            <a:off x="7962900" y="2924175"/>
            <a:ext cx="381000" cy="28575"/>
          </a:xfrm>
          <a:prstGeom prst="rect">
            <a:avLst/>
          </a:prstGeom>
          <a:solidFill>
            <a:srgbClr val="065980"/>
          </a:solidFill>
          <a:ln w="0">
            <a:noFill/>
          </a:ln>
        </p:spPr>
      </p:sp>
      <p:sp>
        <p:nvSpPr>
          <p:cNvPr id="19" name="矩形 18"/>
          <p:cNvSpPr>
            <a:spLocks noGrp="1"/>
          </p:cNvSpPr>
          <p:nvPr/>
        </p:nvSpPr>
        <p:spPr>
          <a:xfrm>
            <a:off x="8315325" y="2905125"/>
            <a:ext cx="28575" cy="2133600"/>
          </a:xfrm>
          <a:prstGeom prst="rect">
            <a:avLst/>
          </a:prstGeom>
          <a:solidFill>
            <a:srgbClr val="065980"/>
          </a:solidFill>
          <a:ln w="0">
            <a:noFill/>
          </a:ln>
        </p:spPr>
      </p:sp>
      <p:sp>
        <p:nvSpPr>
          <p:cNvPr id="20" name="矩形 19"/>
          <p:cNvSpPr>
            <a:spLocks noGrp="1"/>
          </p:cNvSpPr>
          <p:nvPr/>
        </p:nvSpPr>
        <p:spPr>
          <a:xfrm>
            <a:off x="8324850" y="2924175"/>
            <a:ext cx="314325" cy="28575"/>
          </a:xfrm>
          <a:prstGeom prst="rect">
            <a:avLst/>
          </a:prstGeom>
          <a:solidFill>
            <a:srgbClr val="065980"/>
          </a:solidFill>
          <a:ln w="0">
            <a:noFill/>
          </a:ln>
        </p:spPr>
      </p:sp>
      <p:sp>
        <p:nvSpPr>
          <p:cNvPr id="21" name="矩形 20"/>
          <p:cNvSpPr>
            <a:spLocks noGrp="1"/>
          </p:cNvSpPr>
          <p:nvPr/>
        </p:nvSpPr>
        <p:spPr>
          <a:xfrm>
            <a:off x="8324850" y="5010150"/>
            <a:ext cx="314325" cy="28575"/>
          </a:xfrm>
          <a:prstGeom prst="rect">
            <a:avLst/>
          </a:prstGeom>
          <a:solidFill>
            <a:srgbClr val="065980"/>
          </a:solidFill>
          <a:ln w="0">
            <a:noFill/>
          </a:ln>
        </p:spPr>
      </p:sp>
      <p:sp>
        <p:nvSpPr>
          <p:cNvPr id="22" name="矩形 21"/>
          <p:cNvSpPr>
            <a:spLocks noGrp="1"/>
          </p:cNvSpPr>
          <p:nvPr/>
        </p:nvSpPr>
        <p:spPr>
          <a:xfrm>
            <a:off x="8772525" y="2219325"/>
            <a:ext cx="2886075" cy="1447800"/>
          </a:xfrm>
          <a:prstGeom prst="rect">
            <a:avLst/>
          </a:prstGeom>
          <a:solidFill>
            <a:srgbClr val="EEF4F7"/>
          </a:solidFill>
          <a:ln w="9525">
            <a:solidFill>
              <a:srgbClr val="C9D6DF"/>
            </a:solidFill>
          </a:ln>
        </p:spPr>
      </p:sp>
      <p:sp>
        <p:nvSpPr>
          <p:cNvPr id="23" name="C  三步恢复"/>
          <p:cNvSpPr>
            <a:spLocks noGrp="1"/>
          </p:cNvSpPr>
          <p:nvPr/>
        </p:nvSpPr>
        <p:spPr>
          <a:xfrm>
            <a:off x="8963025" y="2371725"/>
            <a:ext cx="2505075" cy="34290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C  三步恢复</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24" name="回报跨度 3，回放 150k&#10;实际新增 50k，早停"/>
          <p:cNvSpPr>
            <a:spLocks noGrp="1"/>
          </p:cNvSpPr>
          <p:nvPr/>
        </p:nvSpPr>
        <p:spPr>
          <a:xfrm>
            <a:off x="8963025" y="2809875"/>
            <a:ext cx="2505075" cy="781050"/>
          </a:xfrm>
          <a:prstGeom prst="rect">
            <a:avLst/>
          </a:prstGeom>
          <a:noFill/>
          <a:ln w="0">
            <a:noFill/>
          </a:ln>
        </p:spPr>
        <p:txBody>
          <a:bodyPr wrap="square" lIns="0" tIns="0" rIns="0" bIns="0" anchor="t">
            <a:noAutofit/>
          </a:bodyPr>
          <a:lstStyle>
            <a:defPPr algn="l">
              <a:defRPr sz="1725" b="0">
                <a:solidFill>
                  <a:srgbClr val="1B2938"/>
                </a:solidFill>
                <a:latin typeface="微软雅黑" panose="020B0503020204020204" charset="-122"/>
                <a:ea typeface="微软雅黑" panose="020B0503020204020204" charset="-122"/>
                <a:cs typeface="微软雅黑" panose="020B0503020204020204" charset="-122"/>
              </a:defRPr>
            </a:defPPr>
            <a:lvl1pPr algn="l">
              <a:defRPr sz="1725"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725"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725"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725"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725"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725"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725"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725"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725"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回报跨度 3，回放 150k</a:t>
            </a:r>
            <a:endParaRPr sz="1725" b="0">
              <a:solidFill>
                <a:srgbClr val="1B2938"/>
              </a:solidFill>
              <a:latin typeface="微软雅黑" panose="020B0503020204020204" charset="-122"/>
              <a:ea typeface="微软雅黑" panose="020B0503020204020204" charset="-122"/>
              <a:cs typeface="微软雅黑" panose="020B0503020204020204" charset="-122"/>
            </a:endParaRPr>
          </a:p>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实际新增 50k，早停</a:t>
            </a:r>
            <a:endParaRPr sz="1725"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25" name="矩形 24"/>
          <p:cNvSpPr>
            <a:spLocks noGrp="1"/>
          </p:cNvSpPr>
          <p:nvPr/>
        </p:nvSpPr>
        <p:spPr>
          <a:xfrm>
            <a:off x="8772525" y="4276725"/>
            <a:ext cx="2886075" cy="1447800"/>
          </a:xfrm>
          <a:prstGeom prst="rect">
            <a:avLst/>
          </a:prstGeom>
          <a:solidFill>
            <a:srgbClr val="EEF4F7"/>
          </a:solidFill>
          <a:ln w="9525">
            <a:solidFill>
              <a:srgbClr val="C9D6DF"/>
            </a:solidFill>
          </a:ln>
        </p:spPr>
      </p:sp>
      <p:sp>
        <p:nvSpPr>
          <p:cNvPr id="26" name="D  一步扩大回放"/>
          <p:cNvSpPr>
            <a:spLocks noGrp="1"/>
          </p:cNvSpPr>
          <p:nvPr/>
        </p:nvSpPr>
        <p:spPr>
          <a:xfrm>
            <a:off x="8963025" y="4429125"/>
            <a:ext cx="2505075" cy="34290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D  一步扩大回放</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27" name="回报跨度 1，回放 150k&#10;实际新增 50k，早停"/>
          <p:cNvSpPr>
            <a:spLocks noGrp="1"/>
          </p:cNvSpPr>
          <p:nvPr/>
        </p:nvSpPr>
        <p:spPr>
          <a:xfrm>
            <a:off x="8963025" y="4867275"/>
            <a:ext cx="2505075" cy="781050"/>
          </a:xfrm>
          <a:prstGeom prst="rect">
            <a:avLst/>
          </a:prstGeom>
          <a:noFill/>
          <a:ln w="0">
            <a:noFill/>
          </a:ln>
        </p:spPr>
        <p:txBody>
          <a:bodyPr wrap="square" lIns="0" tIns="0" rIns="0" bIns="0" anchor="t">
            <a:noAutofit/>
          </a:bodyPr>
          <a:lstStyle>
            <a:defPPr algn="l">
              <a:defRPr sz="1725" b="0">
                <a:solidFill>
                  <a:srgbClr val="1B2938"/>
                </a:solidFill>
                <a:latin typeface="微软雅黑" panose="020B0503020204020204" charset="-122"/>
                <a:ea typeface="微软雅黑" panose="020B0503020204020204" charset="-122"/>
                <a:cs typeface="微软雅黑" panose="020B0503020204020204" charset="-122"/>
              </a:defRPr>
            </a:defPPr>
            <a:lvl1pPr algn="l">
              <a:defRPr sz="1725"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725"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725"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725"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725"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725"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725"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725"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725"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回报跨度 1，回放 150k</a:t>
            </a:r>
            <a:endParaRPr sz="1725" b="0">
              <a:solidFill>
                <a:srgbClr val="1B2938"/>
              </a:solidFill>
              <a:latin typeface="微软雅黑" panose="020B0503020204020204" charset="-122"/>
              <a:ea typeface="微软雅黑" panose="020B0503020204020204" charset="-122"/>
              <a:cs typeface="微软雅黑" panose="020B0503020204020204" charset="-122"/>
            </a:endParaRPr>
          </a:p>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实际新增 50k，早停</a:t>
            </a:r>
            <a:endParaRPr sz="1725"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28" name="C、D 从 B 的最佳节点分别开始"/>
          <p:cNvSpPr>
            <a:spLocks noGrp="1"/>
          </p:cNvSpPr>
          <p:nvPr/>
        </p:nvSpPr>
        <p:spPr>
          <a:xfrm>
            <a:off x="523875" y="4181475"/>
            <a:ext cx="7381875" cy="390525"/>
          </a:xfrm>
          <a:prstGeom prst="rect">
            <a:avLst/>
          </a:prstGeom>
          <a:noFill/>
          <a:ln w="0">
            <a:noFill/>
          </a:ln>
        </p:spPr>
        <p:txBody>
          <a:bodyPr wrap="square" lIns="0" tIns="0" rIns="0" bIns="0" anchor="t">
            <a:noAutofit/>
          </a:bodyPr>
          <a:lstStyle>
            <a:defPPr algn="l">
              <a:defRPr sz="225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25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25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25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25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25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25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25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25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25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250" b="1">
                <a:solidFill>
                  <a:srgbClr val="244B61"/>
                </a:solidFill>
                <a:latin typeface="微软雅黑" panose="020B0503020204020204" charset="-122"/>
                <a:ea typeface="微软雅黑" panose="020B0503020204020204" charset="-122"/>
                <a:cs typeface="微软雅黑" panose="020B0503020204020204" charset="-122"/>
              </a:defRPr>
            </a:pPr>
            <a:r>
              <a:rPr sz="2250" b="1">
                <a:solidFill>
                  <a:srgbClr val="244B61"/>
                </a:solidFill>
                <a:latin typeface="微软雅黑" panose="020B0503020204020204" charset="-122"/>
                <a:ea typeface="微软雅黑" panose="020B0503020204020204" charset="-122"/>
                <a:cs typeface="微软雅黑" panose="020B0503020204020204" charset="-122"/>
              </a:rPr>
              <a:t>C、D 从 B 的最佳节点分别开始</a:t>
            </a:r>
            <a:endParaRPr sz="225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29" name="累计执行 800k 新增决策步，包含两条恢复分支。&#10;四阶段分别计步，不拼成一条连续学习曲线"/>
          <p:cNvSpPr>
            <a:spLocks noGrp="1"/>
          </p:cNvSpPr>
          <p:nvPr/>
        </p:nvSpPr>
        <p:spPr>
          <a:xfrm>
            <a:off x="523875" y="4810125"/>
            <a:ext cx="7334250" cy="1171575"/>
          </a:xfrm>
          <a:prstGeom prst="rect">
            <a:avLst/>
          </a:prstGeom>
          <a:noFill/>
          <a:ln w="0">
            <a:noFill/>
          </a:ln>
        </p:spPr>
        <p:txBody>
          <a:bodyPr wrap="square" lIns="0" tIns="0" rIns="0" bIns="0" anchor="t">
            <a:noAutofit/>
          </a:bodyPr>
          <a:lstStyle>
            <a:defPPr algn="l">
              <a:defRPr sz="1875" b="0">
                <a:solidFill>
                  <a:srgbClr val="1B2938"/>
                </a:solidFill>
                <a:latin typeface="微软雅黑" panose="020B0503020204020204" charset="-122"/>
                <a:ea typeface="微软雅黑" panose="020B0503020204020204" charset="-122"/>
                <a:cs typeface="微软雅黑" panose="020B0503020204020204" charset="-122"/>
              </a:defRPr>
            </a:defPPr>
            <a:lvl1pPr algn="l">
              <a:defRPr sz="1875"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875"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875"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875"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875"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875"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875"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875"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875"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875" b="0">
                <a:solidFill>
                  <a:srgbClr val="1B2938"/>
                </a:solidFill>
                <a:latin typeface="微软雅黑" panose="020B0503020204020204" charset="-122"/>
                <a:ea typeface="微软雅黑" panose="020B0503020204020204" charset="-122"/>
                <a:cs typeface="微软雅黑" panose="020B0503020204020204" charset="-122"/>
              </a:defRPr>
            </a:pPr>
            <a:r>
              <a:rPr sz="1875" b="0">
                <a:solidFill>
                  <a:srgbClr val="1B2938"/>
                </a:solidFill>
                <a:latin typeface="微软雅黑" panose="020B0503020204020204" charset="-122"/>
                <a:ea typeface="微软雅黑" panose="020B0503020204020204" charset="-122"/>
                <a:cs typeface="微软雅黑" panose="020B0503020204020204" charset="-122"/>
              </a:rPr>
              <a:t>累计执行 800k 新增决策步，包含两条恢复分支。</a:t>
            </a:r>
            <a:endParaRPr sz="1875" b="0">
              <a:solidFill>
                <a:srgbClr val="1B2938"/>
              </a:solidFill>
              <a:latin typeface="微软雅黑" panose="020B0503020204020204" charset="-122"/>
              <a:ea typeface="微软雅黑" panose="020B0503020204020204" charset="-122"/>
              <a:cs typeface="微软雅黑" panose="020B0503020204020204" charset="-122"/>
            </a:endParaRPr>
          </a:p>
          <a:p>
            <a:pPr algn="l">
              <a:defRPr sz="1875" b="0">
                <a:solidFill>
                  <a:srgbClr val="1B2938"/>
                </a:solidFill>
                <a:latin typeface="微软雅黑" panose="020B0503020204020204" charset="-122"/>
                <a:ea typeface="微软雅黑" panose="020B0503020204020204" charset="-122"/>
                <a:cs typeface="微软雅黑" panose="020B0503020204020204" charset="-122"/>
              </a:defRPr>
            </a:pPr>
            <a:r>
              <a:rPr sz="1875" b="0">
                <a:solidFill>
                  <a:srgbClr val="1B2938"/>
                </a:solidFill>
                <a:latin typeface="微软雅黑" panose="020B0503020204020204" charset="-122"/>
                <a:ea typeface="微软雅黑" panose="020B0503020204020204" charset="-122"/>
                <a:cs typeface="微软雅黑" panose="020B0503020204020204" charset="-122"/>
              </a:rPr>
              <a:t>四阶段分别计步，不拼成一条连续学习曲线。</a:t>
            </a:r>
            <a:endParaRPr sz="1875" b="0">
              <a:solidFill>
                <a:srgbClr val="1B2938"/>
              </a:solidFill>
              <a:latin typeface="微软雅黑" panose="020B0503020204020204" charset="-122"/>
              <a:ea typeface="微软雅黑" panose="020B0503020204020204" charset="-122"/>
              <a:cs typeface="微软雅黑" panose="020B0503020204020204" charset="-122"/>
            </a:endParaRPr>
          </a:p>
          <a:p>
            <a:pPr algn="l">
              <a:defRPr sz="1875" b="0">
                <a:solidFill>
                  <a:srgbClr val="1B2938"/>
                </a:solidFill>
                <a:latin typeface="微软雅黑" panose="020B0503020204020204" charset="-122"/>
                <a:ea typeface="微软雅黑" panose="020B0503020204020204" charset="-122"/>
                <a:cs typeface="微软雅黑" panose="020B0503020204020204" charset="-122"/>
              </a:defRPr>
            </a:pPr>
            <a:r>
              <a:rPr sz="1875" b="0">
                <a:solidFill>
                  <a:srgbClr val="1B2938"/>
                </a:solidFill>
                <a:latin typeface="微软雅黑" panose="020B0503020204020204" charset="-122"/>
                <a:ea typeface="微软雅黑" panose="020B0503020204020204" charset="-122"/>
                <a:cs typeface="微软雅黑" panose="020B0503020204020204" charset="-122"/>
              </a:rPr>
              <a:t>训练种子只有 42；本组结果属于探索性实验。</a:t>
            </a:r>
            <a:endParaRPr sz="1875"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30" name="1k = 1000 个决策步；100k 是两个恢复实验的计划预算；历史参数以各 run 的"/>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1k = 1000 个决策步；100k 是两个恢复实验的计划预算；历史参数以各 run 的 config.json 为准。</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1">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2"/>
          <a:stretch>
            <a:fillRect/>
          </a:stretch>
        </p:blipFill>
        <p:spPr>
          <a:xfrm>
            <a:off x="344170" y="333375"/>
            <a:ext cx="2924175" cy="666750"/>
          </a:xfrm>
          <a:prstGeom prst="rect">
            <a:avLst/>
          </a:prstGeom>
        </p:spPr>
      </p:pic>
      <p:sp>
        <p:nvSpPr>
          <p:cNvPr id="8" name="训练配置与续训策略"/>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训练配置与续训策略</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08"/>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08</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graphicFrame>
        <p:nvGraphicFramePr>
          <p:cNvPr id="11" name="表格 10"/>
          <p:cNvGraphicFramePr/>
          <p:nvPr/>
        </p:nvGraphicFramePr>
        <p:xfrm>
          <a:off x="523875" y="2057400"/>
          <a:ext cx="11125200" cy="3390904"/>
        </p:xfrm>
        <a:graphic>
          <a:graphicData uri="http://schemas.openxmlformats.org/drawingml/2006/table">
            <a:tbl>
              <a:tblPr/>
              <a:tblGrid>
                <a:gridCol w="2667000"/>
                <a:gridCol w="3857625"/>
                <a:gridCol w="4600575"/>
              </a:tblGrid>
              <a:tr h="423863">
                <a:tc>
                  <a:txBody>
                    <a:bodyPr wrap="square">
                      <a:spAutoFit/>
                    </a:bodyPr>
                    <a:lstStyle/>
                    <a:p>
                      <a:pPr algn="l"/>
                      <a:r>
                        <a:rPr sz="1650" b="1">
                          <a:solidFill>
                            <a:srgbClr val="FFFFFF"/>
                          </a:solidFill>
                          <a:latin typeface="微软雅黑" panose="020B0503020204020204" charset="-122"/>
                          <a:ea typeface="微软雅黑" panose="020B0503020204020204" charset="-122"/>
                          <a:cs typeface="微软雅黑" panose="020B0503020204020204" charset="-122"/>
                        </a:rPr>
                        <a:t>参数</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基础训练</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一步低学习率续训</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r>
              <a:tr h="4238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阶段预算</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500,000 决策步</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200,000 新增决策步</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4238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学习率</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1×10⁻⁴，固定</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3×10⁻⁵ 线性降至 1×10⁻⁵</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4238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探索率 ε</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1.00 降至 0.05（前 60%）</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0.05 降至 0.02（全阶段）</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4238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回放 / 预热 / 批量</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50,000 / 20,000 / 32</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50,000 / 20,000 / 32</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4238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更新 / 目标同步</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4 步 1 次 / 10,000 步</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4 步 1 次 / 10,000 步</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4238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开发评估</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每 50k，20 局</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每 25k，50 局</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4238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早停（历史实际）</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关闭</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关闭，完整执行 200k</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bl>
          </a:graphicData>
        </a:graphic>
      </p:graphicFrame>
      <p:sp>
        <p:nvSpPr>
          <p:cNvPr id="12" name="续训的关键区别"/>
          <p:cNvSpPr>
            <a:spLocks noGrp="1"/>
          </p:cNvSpPr>
          <p:nvPr/>
        </p:nvSpPr>
        <p:spPr>
          <a:xfrm>
            <a:off x="523875" y="5695950"/>
            <a:ext cx="2857500" cy="323850"/>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续训的关键区别</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3" name="加载已有权重，但重建回放池；前 20k 用恢复策略采样，暂不进行梯度更新。"/>
          <p:cNvSpPr>
            <a:spLocks noGrp="1"/>
          </p:cNvSpPr>
          <p:nvPr/>
        </p:nvSpPr>
        <p:spPr>
          <a:xfrm>
            <a:off x="3476625" y="5667375"/>
            <a:ext cx="8143875" cy="628650"/>
          </a:xfrm>
          <a:prstGeom prst="rect">
            <a:avLst/>
          </a:prstGeom>
          <a:noFill/>
          <a:ln w="0">
            <a:noFill/>
          </a:ln>
        </p:spPr>
        <p:txBody>
          <a:bodyPr wrap="square" lIns="0" tIns="0" rIns="0" bIns="0" anchor="t">
            <a:noAutofit/>
          </a:bodyPr>
          <a:lstStyle>
            <a:defPPr algn="l">
              <a:defRPr sz="1725" b="0">
                <a:solidFill>
                  <a:srgbClr val="1B2938"/>
                </a:solidFill>
                <a:latin typeface="微软雅黑" panose="020B0503020204020204" charset="-122"/>
                <a:ea typeface="微软雅黑" panose="020B0503020204020204" charset="-122"/>
                <a:cs typeface="微软雅黑" panose="020B0503020204020204" charset="-122"/>
              </a:defRPr>
            </a:defPPr>
            <a:lvl1pPr algn="l">
              <a:defRPr sz="1725"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725"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725"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725"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725"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725"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725"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725"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725"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加载已有权重，但重建回放池；前 20k 用恢复策略采样，暂不进行梯度更新。</a:t>
            </a:r>
            <a:endParaRPr sz="1725"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4" name="训练：RTX 4090，SB3 2.9.0；50k 条图像转移仅观测数组约 2.82 GB"/>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训练：RTX 4090，SB3 2.9.0；50k 条图像转移仅观测数组约 2.82 GB，压缩保存只降低磁盘占用。</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2">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3"/>
          <a:stretch>
            <a:fillRect/>
          </a:stretch>
        </p:blipFill>
        <p:spPr>
          <a:xfrm>
            <a:off x="344170" y="333375"/>
            <a:ext cx="2924175" cy="666750"/>
          </a:xfrm>
          <a:prstGeom prst="rect">
            <a:avLst/>
          </a:prstGeom>
        </p:spPr>
      </p:pic>
      <p:sp>
        <p:nvSpPr>
          <p:cNvPr id="8" name="基础训练：350k 节点优于训练终点"/>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基础训练：350k 节点优于训练终点</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09"/>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09</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1" name="训练回调开发均分（每节点 20 局）"/>
          <p:cNvSpPr>
            <a:spLocks noGrp="1"/>
          </p:cNvSpPr>
          <p:nvPr/>
        </p:nvSpPr>
        <p:spPr>
          <a:xfrm>
            <a:off x="523875" y="2076450"/>
            <a:ext cx="6762750" cy="333375"/>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训练回调开发均分（每节点 20 局）</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graphicFrame>
        <p:nvGraphicFramePr>
          <p:cNvPr id="12" name="Chart"/>
          <p:cNvGraphicFramePr/>
          <p:nvPr/>
        </p:nvGraphicFramePr>
        <p:xfrm>
          <a:off x="523875" y="2533650"/>
          <a:ext cx="6934200" cy="3143250"/>
        </p:xfrm>
        <a:graphic>
          <a:graphicData uri="http://schemas.openxmlformats.org/drawingml/2006/chart">
            <c:chart xmlns:c="http://schemas.openxmlformats.org/drawingml/2006/chart" xmlns:r="http://schemas.openxmlformats.org/officeDocument/2006/relationships" r:id="rId1"/>
          </a:graphicData>
        </a:graphic>
      </p:graphicFrame>
      <p:sp>
        <p:nvSpPr>
          <p:cNvPr id="13" name="本阶段决策步 / 千步"/>
          <p:cNvSpPr>
            <a:spLocks noGrp="1"/>
          </p:cNvSpPr>
          <p:nvPr/>
        </p:nvSpPr>
        <p:spPr>
          <a:xfrm>
            <a:off x="2219325" y="5743575"/>
            <a:ext cx="3810000" cy="276225"/>
          </a:xfrm>
          <a:prstGeom prst="rect">
            <a:avLst/>
          </a:prstGeom>
          <a:noFill/>
          <a:ln w="0">
            <a:noFill/>
          </a:ln>
        </p:spPr>
        <p:txBody>
          <a:bodyPr wrap="square" lIns="0" tIns="0" rIns="0" bIns="0" anchor="t">
            <a:noAutofit/>
          </a:bodyPr>
          <a:lstStyle>
            <a:defPPr algn="ctr">
              <a:defRPr sz="1425" b="0">
                <a:solidFill>
                  <a:srgbClr val="5D6975"/>
                </a:solidFill>
                <a:latin typeface="微软雅黑" panose="020B0503020204020204" charset="-122"/>
                <a:ea typeface="微软雅黑" panose="020B0503020204020204" charset="-122"/>
                <a:cs typeface="微软雅黑" panose="020B0503020204020204" charset="-122"/>
              </a:defRPr>
            </a:defPPr>
            <a:lvl1pPr algn="ctr">
              <a:defRPr sz="1425" b="0">
                <a:solidFill>
                  <a:srgbClr val="5D6975"/>
                </a:solidFill>
                <a:latin typeface="微软雅黑" panose="020B0503020204020204" charset="-122"/>
                <a:ea typeface="微软雅黑" panose="020B0503020204020204" charset="-122"/>
                <a:cs typeface="微软雅黑" panose="020B0503020204020204" charset="-122"/>
              </a:defRPr>
            </a:lvl1pPr>
            <a:lvl2pPr algn="ctr">
              <a:defRPr sz="1425" b="0">
                <a:solidFill>
                  <a:srgbClr val="5D6975"/>
                </a:solidFill>
                <a:latin typeface="微软雅黑" panose="020B0503020204020204" charset="-122"/>
                <a:ea typeface="微软雅黑" panose="020B0503020204020204" charset="-122"/>
                <a:cs typeface="微软雅黑" panose="020B0503020204020204" charset="-122"/>
              </a:defRPr>
            </a:lvl2pPr>
            <a:lvl3pPr algn="ctr">
              <a:defRPr sz="1425" b="0">
                <a:solidFill>
                  <a:srgbClr val="5D6975"/>
                </a:solidFill>
                <a:latin typeface="微软雅黑" panose="020B0503020204020204" charset="-122"/>
                <a:ea typeface="微软雅黑" panose="020B0503020204020204" charset="-122"/>
                <a:cs typeface="微软雅黑" panose="020B0503020204020204" charset="-122"/>
              </a:defRPr>
            </a:lvl3pPr>
            <a:lvl4pPr algn="ctr">
              <a:defRPr sz="1425" b="0">
                <a:solidFill>
                  <a:srgbClr val="5D6975"/>
                </a:solidFill>
                <a:latin typeface="微软雅黑" panose="020B0503020204020204" charset="-122"/>
                <a:ea typeface="微软雅黑" panose="020B0503020204020204" charset="-122"/>
                <a:cs typeface="微软雅黑" panose="020B0503020204020204" charset="-122"/>
              </a:defRPr>
            </a:lvl4pPr>
            <a:lvl5pPr algn="ctr">
              <a:defRPr sz="1425" b="0">
                <a:solidFill>
                  <a:srgbClr val="5D6975"/>
                </a:solidFill>
                <a:latin typeface="微软雅黑" panose="020B0503020204020204" charset="-122"/>
                <a:ea typeface="微软雅黑" panose="020B0503020204020204" charset="-122"/>
                <a:cs typeface="微软雅黑" panose="020B0503020204020204" charset="-122"/>
              </a:defRPr>
            </a:lvl5pPr>
            <a:lvl6pPr algn="ctr">
              <a:defRPr sz="1425" b="0">
                <a:solidFill>
                  <a:srgbClr val="5D6975"/>
                </a:solidFill>
                <a:latin typeface="微软雅黑" panose="020B0503020204020204" charset="-122"/>
                <a:ea typeface="微软雅黑" panose="020B0503020204020204" charset="-122"/>
                <a:cs typeface="微软雅黑" panose="020B0503020204020204" charset="-122"/>
              </a:defRPr>
            </a:lvl6pPr>
            <a:lvl7pPr algn="ctr">
              <a:defRPr sz="1425" b="0">
                <a:solidFill>
                  <a:srgbClr val="5D6975"/>
                </a:solidFill>
                <a:latin typeface="微软雅黑" panose="020B0503020204020204" charset="-122"/>
                <a:ea typeface="微软雅黑" panose="020B0503020204020204" charset="-122"/>
                <a:cs typeface="微软雅黑" panose="020B0503020204020204" charset="-122"/>
              </a:defRPr>
            </a:lvl7pPr>
            <a:lvl8pPr algn="ctr">
              <a:defRPr sz="1425" b="0">
                <a:solidFill>
                  <a:srgbClr val="5D6975"/>
                </a:solidFill>
                <a:latin typeface="微软雅黑" panose="020B0503020204020204" charset="-122"/>
                <a:ea typeface="微软雅黑" panose="020B0503020204020204" charset="-122"/>
                <a:cs typeface="微软雅黑" panose="020B0503020204020204" charset="-122"/>
              </a:defRPr>
            </a:lvl8pPr>
            <a:lvl9pPr algn="ctr">
              <a:defRPr sz="1425" b="0">
                <a:solidFill>
                  <a:srgbClr val="5D6975"/>
                </a:solidFill>
                <a:latin typeface="微软雅黑" panose="020B0503020204020204" charset="-122"/>
                <a:ea typeface="微软雅黑" panose="020B0503020204020204" charset="-122"/>
                <a:cs typeface="微软雅黑" panose="020B0503020204020204" charset="-122"/>
              </a:defRPr>
            </a:lvl9pPr>
          </a:lstStyle>
          <a:p>
            <a:pPr algn="ctr">
              <a:defRPr sz="1425" b="0">
                <a:solidFill>
                  <a:srgbClr val="5D6975"/>
                </a:solidFill>
                <a:latin typeface="微软雅黑" panose="020B0503020204020204" charset="-122"/>
                <a:ea typeface="微软雅黑" panose="020B0503020204020204" charset="-122"/>
                <a:cs typeface="微软雅黑" panose="020B0503020204020204" charset="-122"/>
              </a:defRPr>
            </a:pPr>
            <a:r>
              <a:rPr sz="1425" b="0">
                <a:solidFill>
                  <a:srgbClr val="5D6975"/>
                </a:solidFill>
                <a:latin typeface="微软雅黑" panose="020B0503020204020204" charset="-122"/>
                <a:ea typeface="微软雅黑" panose="020B0503020204020204" charset="-122"/>
                <a:cs typeface="微软雅黑" panose="020B0503020204020204" charset="-122"/>
              </a:rPr>
              <a:t>本阶段决策步 / 千步</a:t>
            </a:r>
            <a:endParaRPr sz="1425" b="0">
              <a:solidFill>
                <a:srgbClr val="5D6975"/>
              </a:solidFill>
              <a:latin typeface="微软雅黑" panose="020B0503020204020204" charset="-122"/>
              <a:ea typeface="微软雅黑" panose="020B0503020204020204" charset="-122"/>
              <a:cs typeface="微软雅黑" panose="020B0503020204020204" charset="-122"/>
            </a:endParaRPr>
          </a:p>
        </p:txBody>
      </p:sp>
      <p:sp>
        <p:nvSpPr>
          <p:cNvPr id="14" name="350k：174.00 分"/>
          <p:cNvSpPr>
            <a:spLocks noGrp="1"/>
          </p:cNvSpPr>
          <p:nvPr/>
        </p:nvSpPr>
        <p:spPr>
          <a:xfrm>
            <a:off x="7934325" y="2152650"/>
            <a:ext cx="3714750" cy="419100"/>
          </a:xfrm>
          <a:prstGeom prst="rect">
            <a:avLst/>
          </a:prstGeom>
          <a:noFill/>
          <a:ln w="0">
            <a:noFill/>
          </a:ln>
        </p:spPr>
        <p:txBody>
          <a:bodyPr wrap="square" lIns="0" tIns="0" rIns="0" bIns="0" anchor="t">
            <a:noAutofit/>
          </a:bodyPr>
          <a:lstStyle>
            <a:defPPr algn="l">
              <a:defRPr sz="2325" b="1">
                <a:solidFill>
                  <a:srgbClr val="065980"/>
                </a:solidFill>
                <a:latin typeface="微软雅黑" panose="020B0503020204020204" charset="-122"/>
                <a:ea typeface="微软雅黑" panose="020B0503020204020204" charset="-122"/>
                <a:cs typeface="微软雅黑" panose="020B0503020204020204" charset="-122"/>
              </a:defRPr>
            </a:defPPr>
            <a:lvl1pPr algn="l">
              <a:defRPr sz="232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232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232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232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232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232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232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232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232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2325" b="1">
                <a:solidFill>
                  <a:srgbClr val="065980"/>
                </a:solidFill>
                <a:latin typeface="微软雅黑" panose="020B0503020204020204" charset="-122"/>
                <a:ea typeface="微软雅黑" panose="020B0503020204020204" charset="-122"/>
                <a:cs typeface="微软雅黑" panose="020B0503020204020204" charset="-122"/>
              </a:defRPr>
            </a:pPr>
            <a:r>
              <a:rPr sz="2325" b="1">
                <a:solidFill>
                  <a:srgbClr val="065980"/>
                </a:solidFill>
                <a:latin typeface="微软雅黑" panose="020B0503020204020204" charset="-122"/>
                <a:ea typeface="微软雅黑" panose="020B0503020204020204" charset="-122"/>
                <a:cs typeface="微软雅黑" panose="020B0503020204020204" charset="-122"/>
              </a:rPr>
              <a:t>350k：174.00 分</a:t>
            </a:r>
            <a:endParaRPr sz="232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5" name="500k：133.30 分"/>
          <p:cNvSpPr>
            <a:spLocks noGrp="1"/>
          </p:cNvSpPr>
          <p:nvPr/>
        </p:nvSpPr>
        <p:spPr>
          <a:xfrm>
            <a:off x="7934325" y="2686050"/>
            <a:ext cx="3714750" cy="381000"/>
          </a:xfrm>
          <a:prstGeom prst="rect">
            <a:avLst/>
          </a:prstGeom>
          <a:noFill/>
          <a:ln w="0">
            <a:noFill/>
          </a:ln>
        </p:spPr>
        <p:txBody>
          <a:bodyPr wrap="square" lIns="0" tIns="0" rIns="0" bIns="0" anchor="t">
            <a:noAutofit/>
          </a:bodyPr>
          <a:lstStyle>
            <a:defPPr algn="l">
              <a:defRPr sz="21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21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21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21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21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21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21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21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21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21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2100" b="0">
                <a:solidFill>
                  <a:srgbClr val="5D6975"/>
                </a:solidFill>
                <a:latin typeface="微软雅黑" panose="020B0503020204020204" charset="-122"/>
                <a:ea typeface="微软雅黑" panose="020B0503020204020204" charset="-122"/>
                <a:cs typeface="微软雅黑" panose="020B0503020204020204" charset="-122"/>
              </a:defRPr>
            </a:pPr>
            <a:r>
              <a:rPr sz="2100" b="0">
                <a:solidFill>
                  <a:srgbClr val="5D6975"/>
                </a:solidFill>
                <a:latin typeface="微软雅黑" panose="020B0503020204020204" charset="-122"/>
                <a:ea typeface="微软雅黑" panose="020B0503020204020204" charset="-122"/>
                <a:cs typeface="微软雅黑" panose="020B0503020204020204" charset="-122"/>
              </a:rPr>
              <a:t>500k：133.30 分</a:t>
            </a:r>
            <a:endParaRPr sz="2100" b="0">
              <a:solidFill>
                <a:srgbClr val="5D6975"/>
              </a:solidFill>
              <a:latin typeface="微软雅黑" panose="020B0503020204020204" charset="-122"/>
              <a:ea typeface="微软雅黑" panose="020B0503020204020204" charset="-122"/>
              <a:cs typeface="微软雅黑" panose="020B0503020204020204" charset="-122"/>
            </a:endParaRPr>
          </a:p>
        </p:txBody>
      </p:sp>
      <p:sp>
        <p:nvSpPr>
          <p:cNvPr id="16" name="候选节点复核（50 局）"/>
          <p:cNvSpPr>
            <a:spLocks noGrp="1"/>
          </p:cNvSpPr>
          <p:nvPr/>
        </p:nvSpPr>
        <p:spPr>
          <a:xfrm>
            <a:off x="7934325" y="3314700"/>
            <a:ext cx="3714750" cy="342900"/>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候选节点复核（50 局）</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graphicFrame>
        <p:nvGraphicFramePr>
          <p:cNvPr id="17" name="表格 16"/>
          <p:cNvGraphicFramePr/>
          <p:nvPr/>
        </p:nvGraphicFramePr>
        <p:xfrm>
          <a:off x="7934325" y="3790950"/>
          <a:ext cx="3714750" cy="1838325"/>
        </p:xfrm>
        <a:graphic>
          <a:graphicData uri="http://schemas.openxmlformats.org/drawingml/2006/table">
            <a:tbl>
              <a:tblPr/>
              <a:tblGrid>
                <a:gridCol w="1666875"/>
                <a:gridCol w="2047875"/>
              </a:tblGrid>
              <a:tr h="459581">
                <a:tc>
                  <a:txBody>
                    <a:bodyPr wrap="square">
                      <a:spAutoFit/>
                    </a:bodyPr>
                    <a:lstStyle/>
                    <a:p>
                      <a:pPr algn="l"/>
                      <a:r>
                        <a:rPr sz="1725" b="1">
                          <a:solidFill>
                            <a:srgbClr val="FFFFFF"/>
                          </a:solidFill>
                          <a:latin typeface="微软雅黑" panose="020B0503020204020204" charset="-122"/>
                          <a:ea typeface="微软雅黑" panose="020B0503020204020204" charset="-122"/>
                          <a:cs typeface="微软雅黑" panose="020B0503020204020204" charset="-122"/>
                        </a:rPr>
                        <a:t>节点</a:t>
                      </a:r>
                      <a:endParaRPr sz="1725"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725" b="1">
                          <a:solidFill>
                            <a:srgbClr val="FFFFFF"/>
                          </a:solidFill>
                          <a:latin typeface="微软雅黑" panose="020B0503020204020204" charset="-122"/>
                          <a:ea typeface="微软雅黑" panose="020B0503020204020204" charset="-122"/>
                          <a:cs typeface="微软雅黑" panose="020B0503020204020204" charset="-122"/>
                        </a:rPr>
                        <a:t>均分</a:t>
                      </a:r>
                      <a:endParaRPr sz="1725"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r>
              <a:tr h="459581">
                <a:tc>
                  <a:txBody>
                    <a:bodyPr wrap="square">
                      <a:spAutoFit/>
                    </a:bodyPr>
                    <a:lstStyle/>
                    <a:p>
                      <a:pPr algn="l"/>
                      <a:r>
                        <a:rPr sz="1725" b="0">
                          <a:solidFill>
                            <a:srgbClr val="1B2938"/>
                          </a:solidFill>
                          <a:latin typeface="微软雅黑" panose="020B0503020204020204" charset="-122"/>
                          <a:ea typeface="微软雅黑" panose="020B0503020204020204" charset="-122"/>
                          <a:cs typeface="微软雅黑" panose="020B0503020204020204" charset="-122"/>
                        </a:rPr>
                        <a:t>300k</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725" b="0">
                          <a:solidFill>
                            <a:srgbClr val="1B2938"/>
                          </a:solidFill>
                          <a:latin typeface="微软雅黑" panose="020B0503020204020204" charset="-122"/>
                          <a:ea typeface="微软雅黑" panose="020B0503020204020204" charset="-122"/>
                          <a:cs typeface="微软雅黑" panose="020B0503020204020204" charset="-122"/>
                        </a:rPr>
                        <a:t>150.82</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459581">
                <a:tc>
                  <a:txBody>
                    <a:bodyPr wrap="square">
                      <a:spAutoFit/>
                    </a:bodyPr>
                    <a:lstStyle/>
                    <a:p>
                      <a:pPr algn="l"/>
                      <a:r>
                        <a:rPr sz="1725" b="0">
                          <a:solidFill>
                            <a:srgbClr val="1B2938"/>
                          </a:solidFill>
                          <a:latin typeface="微软雅黑" panose="020B0503020204020204" charset="-122"/>
                          <a:ea typeface="微软雅黑" panose="020B0503020204020204" charset="-122"/>
                          <a:cs typeface="微软雅黑" panose="020B0503020204020204" charset="-122"/>
                        </a:rPr>
                        <a:t>350k</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725" b="0">
                          <a:solidFill>
                            <a:srgbClr val="1B2938"/>
                          </a:solidFill>
                          <a:latin typeface="微软雅黑" panose="020B0503020204020204" charset="-122"/>
                          <a:ea typeface="微软雅黑" panose="020B0503020204020204" charset="-122"/>
                          <a:cs typeface="微软雅黑" panose="020B0503020204020204" charset="-122"/>
                        </a:rPr>
                        <a:t>237.68</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459581">
                <a:tc>
                  <a:txBody>
                    <a:bodyPr wrap="square">
                      <a:spAutoFit/>
                    </a:bodyPr>
                    <a:lstStyle/>
                    <a:p>
                      <a:pPr algn="l"/>
                      <a:r>
                        <a:rPr sz="1725" b="0">
                          <a:solidFill>
                            <a:srgbClr val="1B2938"/>
                          </a:solidFill>
                          <a:latin typeface="微软雅黑" panose="020B0503020204020204" charset="-122"/>
                          <a:ea typeface="微软雅黑" panose="020B0503020204020204" charset="-122"/>
                          <a:cs typeface="微软雅黑" panose="020B0503020204020204" charset="-122"/>
                        </a:rPr>
                        <a:t>500k</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725" b="0">
                          <a:solidFill>
                            <a:srgbClr val="1B2938"/>
                          </a:solidFill>
                          <a:latin typeface="微软雅黑" panose="020B0503020204020204" charset="-122"/>
                          <a:ea typeface="微软雅黑" panose="020B0503020204020204" charset="-122"/>
                          <a:cs typeface="微软雅黑" panose="020B0503020204020204" charset="-122"/>
                        </a:rPr>
                        <a:t>121.02</a:t>
                      </a:r>
                      <a:endParaRPr sz="17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bl>
          </a:graphicData>
        </a:graphic>
      </p:graphicFrame>
      <p:sp>
        <p:nvSpPr>
          <p:cNvPr id="18" name="选择 350k 作为续训起点"/>
          <p:cNvSpPr>
            <a:spLocks noGrp="1"/>
          </p:cNvSpPr>
          <p:nvPr/>
        </p:nvSpPr>
        <p:spPr>
          <a:xfrm>
            <a:off x="7934325" y="5838825"/>
            <a:ext cx="3714750" cy="323850"/>
          </a:xfrm>
          <a:prstGeom prst="rect">
            <a:avLst/>
          </a:prstGeom>
          <a:noFill/>
          <a:ln w="0">
            <a:noFill/>
          </a:ln>
        </p:spPr>
        <p:txBody>
          <a:bodyPr wrap="square" lIns="0" tIns="0" rIns="0" bIns="0" anchor="t">
            <a:noAutofit/>
          </a:bodyPr>
          <a:lstStyle>
            <a:defPPr algn="l">
              <a:defRPr sz="1800" b="1">
                <a:solidFill>
                  <a:srgbClr val="AF5845"/>
                </a:solidFill>
                <a:latin typeface="微软雅黑" panose="020B0503020204020204" charset="-122"/>
                <a:ea typeface="微软雅黑" panose="020B0503020204020204" charset="-122"/>
                <a:cs typeface="微软雅黑" panose="020B0503020204020204" charset="-122"/>
              </a:defRPr>
            </a:defPPr>
            <a:lvl1pPr algn="l">
              <a:defRPr sz="1800" b="1">
                <a:solidFill>
                  <a:srgbClr val="AF5845"/>
                </a:solidFill>
                <a:latin typeface="微软雅黑" panose="020B0503020204020204" charset="-122"/>
                <a:ea typeface="微软雅黑" panose="020B0503020204020204" charset="-122"/>
                <a:cs typeface="微软雅黑" panose="020B0503020204020204" charset="-122"/>
              </a:defRPr>
            </a:lvl1pPr>
            <a:lvl2pPr algn="l">
              <a:defRPr sz="1800" b="1">
                <a:solidFill>
                  <a:srgbClr val="AF5845"/>
                </a:solidFill>
                <a:latin typeface="微软雅黑" panose="020B0503020204020204" charset="-122"/>
                <a:ea typeface="微软雅黑" panose="020B0503020204020204" charset="-122"/>
                <a:cs typeface="微软雅黑" panose="020B0503020204020204" charset="-122"/>
              </a:defRPr>
            </a:lvl2pPr>
            <a:lvl3pPr algn="l">
              <a:defRPr sz="1800" b="1">
                <a:solidFill>
                  <a:srgbClr val="AF5845"/>
                </a:solidFill>
                <a:latin typeface="微软雅黑" panose="020B0503020204020204" charset="-122"/>
                <a:ea typeface="微软雅黑" panose="020B0503020204020204" charset="-122"/>
                <a:cs typeface="微软雅黑" panose="020B0503020204020204" charset="-122"/>
              </a:defRPr>
            </a:lvl3pPr>
            <a:lvl4pPr algn="l">
              <a:defRPr sz="1800" b="1">
                <a:solidFill>
                  <a:srgbClr val="AF5845"/>
                </a:solidFill>
                <a:latin typeface="微软雅黑" panose="020B0503020204020204" charset="-122"/>
                <a:ea typeface="微软雅黑" panose="020B0503020204020204" charset="-122"/>
                <a:cs typeface="微软雅黑" panose="020B0503020204020204" charset="-122"/>
              </a:defRPr>
            </a:lvl4pPr>
            <a:lvl5pPr algn="l">
              <a:defRPr sz="1800" b="1">
                <a:solidFill>
                  <a:srgbClr val="AF5845"/>
                </a:solidFill>
                <a:latin typeface="微软雅黑" panose="020B0503020204020204" charset="-122"/>
                <a:ea typeface="微软雅黑" panose="020B0503020204020204" charset="-122"/>
                <a:cs typeface="微软雅黑" panose="020B0503020204020204" charset="-122"/>
              </a:defRPr>
            </a:lvl5pPr>
            <a:lvl6pPr algn="l">
              <a:defRPr sz="1800" b="1">
                <a:solidFill>
                  <a:srgbClr val="AF5845"/>
                </a:solidFill>
                <a:latin typeface="微软雅黑" panose="020B0503020204020204" charset="-122"/>
                <a:ea typeface="微软雅黑" panose="020B0503020204020204" charset="-122"/>
                <a:cs typeface="微软雅黑" panose="020B0503020204020204" charset="-122"/>
              </a:defRPr>
            </a:lvl6pPr>
            <a:lvl7pPr algn="l">
              <a:defRPr sz="1800" b="1">
                <a:solidFill>
                  <a:srgbClr val="AF5845"/>
                </a:solidFill>
                <a:latin typeface="微软雅黑" panose="020B0503020204020204" charset="-122"/>
                <a:ea typeface="微软雅黑" panose="020B0503020204020204" charset="-122"/>
                <a:cs typeface="微软雅黑" panose="020B0503020204020204" charset="-122"/>
              </a:defRPr>
            </a:lvl7pPr>
            <a:lvl8pPr algn="l">
              <a:defRPr sz="1800" b="1">
                <a:solidFill>
                  <a:srgbClr val="AF5845"/>
                </a:solidFill>
                <a:latin typeface="微软雅黑" panose="020B0503020204020204" charset="-122"/>
                <a:ea typeface="微软雅黑" panose="020B0503020204020204" charset="-122"/>
                <a:cs typeface="微软雅黑" panose="020B0503020204020204" charset="-122"/>
              </a:defRPr>
            </a:lvl8pPr>
            <a:lvl9pPr algn="l">
              <a:defRPr sz="1800" b="1">
                <a:solidFill>
                  <a:srgbClr val="AF5845"/>
                </a:solidFill>
                <a:latin typeface="微软雅黑" panose="020B0503020204020204" charset="-122"/>
                <a:ea typeface="微软雅黑" panose="020B0503020204020204" charset="-122"/>
                <a:cs typeface="微软雅黑" panose="020B0503020204020204" charset="-122"/>
              </a:defRPr>
            </a:lvl9pPr>
          </a:lstStyle>
          <a:p>
            <a:pPr algn="l">
              <a:defRPr sz="1800" b="1">
                <a:solidFill>
                  <a:srgbClr val="AF5845"/>
                </a:solidFill>
                <a:latin typeface="微软雅黑" panose="020B0503020204020204" charset="-122"/>
                <a:ea typeface="微软雅黑" panose="020B0503020204020204" charset="-122"/>
                <a:cs typeface="微软雅黑" panose="020B0503020204020204" charset="-122"/>
              </a:defRPr>
            </a:pPr>
            <a:r>
              <a:rPr sz="1800" b="1">
                <a:solidFill>
                  <a:srgbClr val="AF5845"/>
                </a:solidFill>
                <a:latin typeface="微软雅黑" panose="020B0503020204020204" charset="-122"/>
                <a:ea typeface="微软雅黑" panose="020B0503020204020204" charset="-122"/>
                <a:cs typeface="微软雅黑" panose="020B0503020204020204" charset="-122"/>
              </a:rPr>
              <a:t>选择 350k 作为续训起点</a:t>
            </a:r>
            <a:endParaRPr sz="1800" b="1">
              <a:solidFill>
                <a:srgbClr val="AF5845"/>
              </a:solidFill>
              <a:latin typeface="微软雅黑" panose="020B0503020204020204" charset="-122"/>
              <a:ea typeface="微软雅黑" panose="020B0503020204020204" charset="-122"/>
              <a:cs typeface="微软雅黑" panose="020B0503020204020204" charset="-122"/>
            </a:endParaRPr>
          </a:p>
        </p:txBody>
      </p:sp>
      <p:sp>
        <p:nvSpPr>
          <p:cNvPr id="19" name="左：31000 初始化后的连续 20 局；右：40000–40049 逐局重置。两套协议不"/>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左：31000 初始化后的连续 20 局；右：40000–40049 逐局重置。两套协议不混算。</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2">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3"/>
          <a:stretch>
            <a:fillRect/>
          </a:stretch>
        </p:blipFill>
        <p:spPr>
          <a:xfrm>
            <a:off x="344170" y="333375"/>
            <a:ext cx="2924175" cy="666750"/>
          </a:xfrm>
          <a:prstGeom prst="rect">
            <a:avLst/>
          </a:prstGeom>
        </p:spPr>
      </p:pic>
      <p:sp>
        <p:nvSpPr>
          <p:cNvPr id="8" name="低学习率续训：早期改善，后期明显回退"/>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低学习率续训：早期改善，后期明显回退</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10"/>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10</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1" name="续训开发均分（每节点 50 局）"/>
          <p:cNvSpPr>
            <a:spLocks noGrp="1"/>
          </p:cNvSpPr>
          <p:nvPr/>
        </p:nvSpPr>
        <p:spPr>
          <a:xfrm>
            <a:off x="523875" y="2076450"/>
            <a:ext cx="7239000" cy="333375"/>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续训开发均分（每节点 50 局）</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graphicFrame>
        <p:nvGraphicFramePr>
          <p:cNvPr id="12" name="Chart"/>
          <p:cNvGraphicFramePr/>
          <p:nvPr/>
        </p:nvGraphicFramePr>
        <p:xfrm>
          <a:off x="523875" y="2533650"/>
          <a:ext cx="7239000" cy="3238500"/>
        </p:xfrm>
        <a:graphic>
          <a:graphicData uri="http://schemas.openxmlformats.org/drawingml/2006/chart">
            <c:chart xmlns:c="http://schemas.openxmlformats.org/drawingml/2006/chart" xmlns:r="http://schemas.openxmlformats.org/officeDocument/2006/relationships" r:id="rId1"/>
          </a:graphicData>
        </a:graphic>
      </p:graphicFrame>
      <p:sp>
        <p:nvSpPr>
          <p:cNvPr id="13" name="本阶段新增决策步 / 千步"/>
          <p:cNvSpPr>
            <a:spLocks noGrp="1"/>
          </p:cNvSpPr>
          <p:nvPr/>
        </p:nvSpPr>
        <p:spPr>
          <a:xfrm>
            <a:off x="2000250" y="5810250"/>
            <a:ext cx="4429125" cy="276225"/>
          </a:xfrm>
          <a:prstGeom prst="rect">
            <a:avLst/>
          </a:prstGeom>
          <a:noFill/>
          <a:ln w="0">
            <a:noFill/>
          </a:ln>
        </p:spPr>
        <p:txBody>
          <a:bodyPr wrap="square" lIns="0" tIns="0" rIns="0" bIns="0" anchor="t">
            <a:noAutofit/>
          </a:bodyPr>
          <a:lstStyle>
            <a:defPPr algn="ctr">
              <a:defRPr sz="1425" b="0">
                <a:solidFill>
                  <a:srgbClr val="5D6975"/>
                </a:solidFill>
                <a:latin typeface="微软雅黑" panose="020B0503020204020204" charset="-122"/>
                <a:ea typeface="微软雅黑" panose="020B0503020204020204" charset="-122"/>
                <a:cs typeface="微软雅黑" panose="020B0503020204020204" charset="-122"/>
              </a:defRPr>
            </a:defPPr>
            <a:lvl1pPr algn="ctr">
              <a:defRPr sz="1425" b="0">
                <a:solidFill>
                  <a:srgbClr val="5D6975"/>
                </a:solidFill>
                <a:latin typeface="微软雅黑" panose="020B0503020204020204" charset="-122"/>
                <a:ea typeface="微软雅黑" panose="020B0503020204020204" charset="-122"/>
                <a:cs typeface="微软雅黑" panose="020B0503020204020204" charset="-122"/>
              </a:defRPr>
            </a:lvl1pPr>
            <a:lvl2pPr algn="ctr">
              <a:defRPr sz="1425" b="0">
                <a:solidFill>
                  <a:srgbClr val="5D6975"/>
                </a:solidFill>
                <a:latin typeface="微软雅黑" panose="020B0503020204020204" charset="-122"/>
                <a:ea typeface="微软雅黑" panose="020B0503020204020204" charset="-122"/>
                <a:cs typeface="微软雅黑" panose="020B0503020204020204" charset="-122"/>
              </a:defRPr>
            </a:lvl2pPr>
            <a:lvl3pPr algn="ctr">
              <a:defRPr sz="1425" b="0">
                <a:solidFill>
                  <a:srgbClr val="5D6975"/>
                </a:solidFill>
                <a:latin typeface="微软雅黑" panose="020B0503020204020204" charset="-122"/>
                <a:ea typeface="微软雅黑" panose="020B0503020204020204" charset="-122"/>
                <a:cs typeface="微软雅黑" panose="020B0503020204020204" charset="-122"/>
              </a:defRPr>
            </a:lvl3pPr>
            <a:lvl4pPr algn="ctr">
              <a:defRPr sz="1425" b="0">
                <a:solidFill>
                  <a:srgbClr val="5D6975"/>
                </a:solidFill>
                <a:latin typeface="微软雅黑" panose="020B0503020204020204" charset="-122"/>
                <a:ea typeface="微软雅黑" panose="020B0503020204020204" charset="-122"/>
                <a:cs typeface="微软雅黑" panose="020B0503020204020204" charset="-122"/>
              </a:defRPr>
            </a:lvl4pPr>
            <a:lvl5pPr algn="ctr">
              <a:defRPr sz="1425" b="0">
                <a:solidFill>
                  <a:srgbClr val="5D6975"/>
                </a:solidFill>
                <a:latin typeface="微软雅黑" panose="020B0503020204020204" charset="-122"/>
                <a:ea typeface="微软雅黑" panose="020B0503020204020204" charset="-122"/>
                <a:cs typeface="微软雅黑" panose="020B0503020204020204" charset="-122"/>
              </a:defRPr>
            </a:lvl5pPr>
            <a:lvl6pPr algn="ctr">
              <a:defRPr sz="1425" b="0">
                <a:solidFill>
                  <a:srgbClr val="5D6975"/>
                </a:solidFill>
                <a:latin typeface="微软雅黑" panose="020B0503020204020204" charset="-122"/>
                <a:ea typeface="微软雅黑" panose="020B0503020204020204" charset="-122"/>
                <a:cs typeface="微软雅黑" panose="020B0503020204020204" charset="-122"/>
              </a:defRPr>
            </a:lvl6pPr>
            <a:lvl7pPr algn="ctr">
              <a:defRPr sz="1425" b="0">
                <a:solidFill>
                  <a:srgbClr val="5D6975"/>
                </a:solidFill>
                <a:latin typeface="微软雅黑" panose="020B0503020204020204" charset="-122"/>
                <a:ea typeface="微软雅黑" panose="020B0503020204020204" charset="-122"/>
                <a:cs typeface="微软雅黑" panose="020B0503020204020204" charset="-122"/>
              </a:defRPr>
            </a:lvl7pPr>
            <a:lvl8pPr algn="ctr">
              <a:defRPr sz="1425" b="0">
                <a:solidFill>
                  <a:srgbClr val="5D6975"/>
                </a:solidFill>
                <a:latin typeface="微软雅黑" panose="020B0503020204020204" charset="-122"/>
                <a:ea typeface="微软雅黑" panose="020B0503020204020204" charset="-122"/>
                <a:cs typeface="微软雅黑" panose="020B0503020204020204" charset="-122"/>
              </a:defRPr>
            </a:lvl8pPr>
            <a:lvl9pPr algn="ctr">
              <a:defRPr sz="1425" b="0">
                <a:solidFill>
                  <a:srgbClr val="5D6975"/>
                </a:solidFill>
                <a:latin typeface="微软雅黑" panose="020B0503020204020204" charset="-122"/>
                <a:ea typeface="微软雅黑" panose="020B0503020204020204" charset="-122"/>
                <a:cs typeface="微软雅黑" panose="020B0503020204020204" charset="-122"/>
              </a:defRPr>
            </a:lvl9pPr>
          </a:lstStyle>
          <a:p>
            <a:pPr algn="ctr">
              <a:defRPr sz="1425" b="0">
                <a:solidFill>
                  <a:srgbClr val="5D6975"/>
                </a:solidFill>
                <a:latin typeface="微软雅黑" panose="020B0503020204020204" charset="-122"/>
                <a:ea typeface="微软雅黑" panose="020B0503020204020204" charset="-122"/>
                <a:cs typeface="微软雅黑" panose="020B0503020204020204" charset="-122"/>
              </a:defRPr>
            </a:pPr>
            <a:r>
              <a:rPr sz="1425" b="0">
                <a:solidFill>
                  <a:srgbClr val="5D6975"/>
                </a:solidFill>
                <a:latin typeface="微软雅黑" panose="020B0503020204020204" charset="-122"/>
                <a:ea typeface="微软雅黑" panose="020B0503020204020204" charset="-122"/>
                <a:cs typeface="微软雅黑" panose="020B0503020204020204" charset="-122"/>
              </a:rPr>
              <a:t>本阶段新增决策步 / 千步</a:t>
            </a:r>
            <a:endParaRPr sz="1425" b="0">
              <a:solidFill>
                <a:srgbClr val="5D6975"/>
              </a:solidFill>
              <a:latin typeface="微软雅黑" panose="020B0503020204020204" charset="-122"/>
              <a:ea typeface="微软雅黑" panose="020B0503020204020204" charset="-122"/>
              <a:cs typeface="微软雅黑" panose="020B0503020204020204" charset="-122"/>
            </a:endParaRPr>
          </a:p>
        </p:txBody>
      </p:sp>
      <p:sp>
        <p:nvSpPr>
          <p:cNvPr id="14" name="25k 最佳"/>
          <p:cNvSpPr>
            <a:spLocks noGrp="1"/>
          </p:cNvSpPr>
          <p:nvPr/>
        </p:nvSpPr>
        <p:spPr>
          <a:xfrm>
            <a:off x="8286750" y="2143125"/>
            <a:ext cx="3286125" cy="361950"/>
          </a:xfrm>
          <a:prstGeom prst="rect">
            <a:avLst/>
          </a:prstGeom>
          <a:noFill/>
          <a:ln w="0">
            <a:noFill/>
          </a:ln>
        </p:spPr>
        <p:txBody>
          <a:bodyPr wrap="square" lIns="0" tIns="0" rIns="0" bIns="0" anchor="t">
            <a:noAutofit/>
          </a:bodyPr>
          <a:lstStyle>
            <a:defPPr algn="l">
              <a:defRPr sz="2025" b="1">
                <a:solidFill>
                  <a:srgbClr val="065980"/>
                </a:solidFill>
                <a:latin typeface="微软雅黑" panose="020B0503020204020204" charset="-122"/>
                <a:ea typeface="微软雅黑" panose="020B0503020204020204" charset="-122"/>
                <a:cs typeface="微软雅黑" panose="020B0503020204020204" charset="-122"/>
              </a:defRPr>
            </a:defPPr>
            <a:lvl1pPr algn="l">
              <a:defRPr sz="202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202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202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202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202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202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202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202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202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2025" b="1">
                <a:solidFill>
                  <a:srgbClr val="065980"/>
                </a:solidFill>
                <a:latin typeface="微软雅黑" panose="020B0503020204020204" charset="-122"/>
                <a:ea typeface="微软雅黑" panose="020B0503020204020204" charset="-122"/>
                <a:cs typeface="微软雅黑" panose="020B0503020204020204" charset="-122"/>
              </a:defRPr>
            </a:pPr>
            <a:r>
              <a:rPr sz="2025" b="1">
                <a:solidFill>
                  <a:srgbClr val="065980"/>
                </a:solidFill>
                <a:latin typeface="微软雅黑" panose="020B0503020204020204" charset="-122"/>
                <a:ea typeface="微软雅黑" panose="020B0503020204020204" charset="-122"/>
                <a:cs typeface="微软雅黑" panose="020B0503020204020204" charset="-122"/>
              </a:rPr>
              <a:t>25k 最佳</a:t>
            </a:r>
            <a:endParaRPr sz="202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5" name="283.48"/>
          <p:cNvSpPr>
            <a:spLocks noGrp="1"/>
          </p:cNvSpPr>
          <p:nvPr/>
        </p:nvSpPr>
        <p:spPr>
          <a:xfrm>
            <a:off x="8286750" y="2638425"/>
            <a:ext cx="3286125" cy="609600"/>
          </a:xfrm>
          <a:prstGeom prst="rect">
            <a:avLst/>
          </a:prstGeom>
          <a:noFill/>
          <a:ln w="0">
            <a:noFill/>
          </a:ln>
        </p:spPr>
        <p:txBody>
          <a:bodyPr wrap="square" lIns="0" tIns="0" rIns="0" bIns="0" anchor="t">
            <a:noAutofit/>
          </a:bodyPr>
          <a:lstStyle>
            <a:defPPr algn="l">
              <a:defRPr sz="3900" b="1">
                <a:solidFill>
                  <a:srgbClr val="287F77"/>
                </a:solidFill>
                <a:latin typeface="微软雅黑" panose="020B0503020204020204" charset="-122"/>
                <a:ea typeface="微软雅黑" panose="020B0503020204020204" charset="-122"/>
                <a:cs typeface="微软雅黑" panose="020B0503020204020204" charset="-122"/>
              </a:defRPr>
            </a:defPPr>
            <a:lvl1pPr algn="l">
              <a:defRPr sz="3900" b="1">
                <a:solidFill>
                  <a:srgbClr val="287F77"/>
                </a:solidFill>
                <a:latin typeface="微软雅黑" panose="020B0503020204020204" charset="-122"/>
                <a:ea typeface="微软雅黑" panose="020B0503020204020204" charset="-122"/>
                <a:cs typeface="微软雅黑" panose="020B0503020204020204" charset="-122"/>
              </a:defRPr>
            </a:lvl1pPr>
            <a:lvl2pPr algn="l">
              <a:defRPr sz="3900" b="1">
                <a:solidFill>
                  <a:srgbClr val="287F77"/>
                </a:solidFill>
                <a:latin typeface="微软雅黑" panose="020B0503020204020204" charset="-122"/>
                <a:ea typeface="微软雅黑" panose="020B0503020204020204" charset="-122"/>
                <a:cs typeface="微软雅黑" panose="020B0503020204020204" charset="-122"/>
              </a:defRPr>
            </a:lvl2pPr>
            <a:lvl3pPr algn="l">
              <a:defRPr sz="3900" b="1">
                <a:solidFill>
                  <a:srgbClr val="287F77"/>
                </a:solidFill>
                <a:latin typeface="微软雅黑" panose="020B0503020204020204" charset="-122"/>
                <a:ea typeface="微软雅黑" panose="020B0503020204020204" charset="-122"/>
                <a:cs typeface="微软雅黑" panose="020B0503020204020204" charset="-122"/>
              </a:defRPr>
            </a:lvl3pPr>
            <a:lvl4pPr algn="l">
              <a:defRPr sz="3900" b="1">
                <a:solidFill>
                  <a:srgbClr val="287F77"/>
                </a:solidFill>
                <a:latin typeface="微软雅黑" panose="020B0503020204020204" charset="-122"/>
                <a:ea typeface="微软雅黑" panose="020B0503020204020204" charset="-122"/>
                <a:cs typeface="微软雅黑" panose="020B0503020204020204" charset="-122"/>
              </a:defRPr>
            </a:lvl4pPr>
            <a:lvl5pPr algn="l">
              <a:defRPr sz="3900" b="1">
                <a:solidFill>
                  <a:srgbClr val="287F77"/>
                </a:solidFill>
                <a:latin typeface="微软雅黑" panose="020B0503020204020204" charset="-122"/>
                <a:ea typeface="微软雅黑" panose="020B0503020204020204" charset="-122"/>
                <a:cs typeface="微软雅黑" panose="020B0503020204020204" charset="-122"/>
              </a:defRPr>
            </a:lvl5pPr>
            <a:lvl6pPr algn="l">
              <a:defRPr sz="3900" b="1">
                <a:solidFill>
                  <a:srgbClr val="287F77"/>
                </a:solidFill>
                <a:latin typeface="微软雅黑" panose="020B0503020204020204" charset="-122"/>
                <a:ea typeface="微软雅黑" panose="020B0503020204020204" charset="-122"/>
                <a:cs typeface="微软雅黑" panose="020B0503020204020204" charset="-122"/>
              </a:defRPr>
            </a:lvl6pPr>
            <a:lvl7pPr algn="l">
              <a:defRPr sz="3900" b="1">
                <a:solidFill>
                  <a:srgbClr val="287F77"/>
                </a:solidFill>
                <a:latin typeface="微软雅黑" panose="020B0503020204020204" charset="-122"/>
                <a:ea typeface="微软雅黑" panose="020B0503020204020204" charset="-122"/>
                <a:cs typeface="微软雅黑" panose="020B0503020204020204" charset="-122"/>
              </a:defRPr>
            </a:lvl7pPr>
            <a:lvl8pPr algn="l">
              <a:defRPr sz="3900" b="1">
                <a:solidFill>
                  <a:srgbClr val="287F77"/>
                </a:solidFill>
                <a:latin typeface="微软雅黑" panose="020B0503020204020204" charset="-122"/>
                <a:ea typeface="微软雅黑" panose="020B0503020204020204" charset="-122"/>
                <a:cs typeface="微软雅黑" panose="020B0503020204020204" charset="-122"/>
              </a:defRPr>
            </a:lvl8pPr>
            <a:lvl9pPr algn="l">
              <a:defRPr sz="3900" b="1">
                <a:solidFill>
                  <a:srgbClr val="287F77"/>
                </a:solidFill>
                <a:latin typeface="微软雅黑" panose="020B0503020204020204" charset="-122"/>
                <a:ea typeface="微软雅黑" panose="020B0503020204020204" charset="-122"/>
                <a:cs typeface="微软雅黑" panose="020B0503020204020204" charset="-122"/>
              </a:defRPr>
            </a:lvl9pPr>
          </a:lstStyle>
          <a:p>
            <a:pPr algn="l">
              <a:defRPr sz="3900" b="1">
                <a:solidFill>
                  <a:srgbClr val="287F77"/>
                </a:solidFill>
                <a:latin typeface="微软雅黑" panose="020B0503020204020204" charset="-122"/>
                <a:ea typeface="微软雅黑" panose="020B0503020204020204" charset="-122"/>
                <a:cs typeface="微软雅黑" panose="020B0503020204020204" charset="-122"/>
              </a:defRPr>
            </a:pPr>
            <a:r>
              <a:rPr sz="3900" b="1">
                <a:solidFill>
                  <a:srgbClr val="287F77"/>
                </a:solidFill>
                <a:latin typeface="微软雅黑" panose="020B0503020204020204" charset="-122"/>
                <a:ea typeface="微软雅黑" panose="020B0503020204020204" charset="-122"/>
                <a:cs typeface="微软雅黑" panose="020B0503020204020204" charset="-122"/>
              </a:rPr>
              <a:t>283.48</a:t>
            </a:r>
            <a:endParaRPr sz="3900" b="1">
              <a:solidFill>
                <a:srgbClr val="287F77"/>
              </a:solidFill>
              <a:latin typeface="微软雅黑" panose="020B0503020204020204" charset="-122"/>
              <a:ea typeface="微软雅黑" panose="020B0503020204020204" charset="-122"/>
              <a:cs typeface="微软雅黑" panose="020B0503020204020204" charset="-122"/>
            </a:endParaRPr>
          </a:p>
        </p:txBody>
      </p:sp>
      <p:sp>
        <p:nvSpPr>
          <p:cNvPr id="16" name="中位数 283.50"/>
          <p:cNvSpPr>
            <a:spLocks noGrp="1"/>
          </p:cNvSpPr>
          <p:nvPr/>
        </p:nvSpPr>
        <p:spPr>
          <a:xfrm>
            <a:off x="8286750" y="3371850"/>
            <a:ext cx="3286125" cy="304800"/>
          </a:xfrm>
          <a:prstGeom prst="rect">
            <a:avLst/>
          </a:prstGeom>
          <a:noFill/>
          <a:ln w="0">
            <a:noFill/>
          </a:ln>
        </p:spPr>
        <p:txBody>
          <a:bodyPr wrap="square" lIns="0" tIns="0" rIns="0" bIns="0" anchor="t">
            <a:noAutofit/>
          </a:bodyPr>
          <a:lstStyle>
            <a:defPPr algn="l">
              <a:defRPr sz="180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80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80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80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80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80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80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80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80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80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800" b="0">
                <a:solidFill>
                  <a:srgbClr val="1B2938"/>
                </a:solidFill>
                <a:latin typeface="微软雅黑" panose="020B0503020204020204" charset="-122"/>
                <a:ea typeface="微软雅黑" panose="020B0503020204020204" charset="-122"/>
                <a:cs typeface="微软雅黑" panose="020B0503020204020204" charset="-122"/>
              </a:defRPr>
            </a:pPr>
            <a:r>
              <a:rPr sz="1800" b="0">
                <a:solidFill>
                  <a:srgbClr val="1B2938"/>
                </a:solidFill>
                <a:latin typeface="微软雅黑" panose="020B0503020204020204" charset="-122"/>
                <a:ea typeface="微软雅黑" panose="020B0503020204020204" charset="-122"/>
                <a:cs typeface="微软雅黑" panose="020B0503020204020204" charset="-122"/>
              </a:rPr>
              <a:t>中位数 283.50</a:t>
            </a:r>
            <a:endParaRPr sz="180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7" name="矩形 16"/>
          <p:cNvSpPr>
            <a:spLocks noGrp="1"/>
          </p:cNvSpPr>
          <p:nvPr/>
        </p:nvSpPr>
        <p:spPr>
          <a:xfrm>
            <a:off x="8286750" y="3829050"/>
            <a:ext cx="3238500" cy="9525"/>
          </a:xfrm>
          <a:prstGeom prst="rect">
            <a:avLst/>
          </a:prstGeom>
          <a:solidFill>
            <a:srgbClr val="C9D6DF"/>
          </a:solidFill>
          <a:ln w="0">
            <a:noFill/>
          </a:ln>
        </p:spPr>
      </p:sp>
      <p:sp>
        <p:nvSpPr>
          <p:cNvPr id="18" name="200k 终点 113.12"/>
          <p:cNvSpPr>
            <a:spLocks noGrp="1"/>
          </p:cNvSpPr>
          <p:nvPr/>
        </p:nvSpPr>
        <p:spPr>
          <a:xfrm>
            <a:off x="8286750" y="4105275"/>
            <a:ext cx="3286125" cy="371475"/>
          </a:xfrm>
          <a:prstGeom prst="rect">
            <a:avLst/>
          </a:prstGeom>
          <a:noFill/>
          <a:ln w="0">
            <a:noFill/>
          </a:ln>
        </p:spPr>
        <p:txBody>
          <a:bodyPr wrap="square" lIns="0" tIns="0" rIns="0" bIns="0" anchor="t">
            <a:noAutofit/>
          </a:bodyPr>
          <a:lstStyle>
            <a:defPPr algn="l">
              <a:defRPr sz="2025" b="1">
                <a:solidFill>
                  <a:srgbClr val="5D6975"/>
                </a:solidFill>
                <a:latin typeface="微软雅黑" panose="020B0503020204020204" charset="-122"/>
                <a:ea typeface="微软雅黑" panose="020B0503020204020204" charset="-122"/>
                <a:cs typeface="微软雅黑" panose="020B0503020204020204" charset="-122"/>
              </a:defRPr>
            </a:defPPr>
            <a:lvl1pPr algn="l">
              <a:defRPr sz="2025" b="1">
                <a:solidFill>
                  <a:srgbClr val="5D6975"/>
                </a:solidFill>
                <a:latin typeface="微软雅黑" panose="020B0503020204020204" charset="-122"/>
                <a:ea typeface="微软雅黑" panose="020B0503020204020204" charset="-122"/>
                <a:cs typeface="微软雅黑" panose="020B0503020204020204" charset="-122"/>
              </a:defRPr>
            </a:lvl1pPr>
            <a:lvl2pPr algn="l">
              <a:defRPr sz="2025" b="1">
                <a:solidFill>
                  <a:srgbClr val="5D6975"/>
                </a:solidFill>
                <a:latin typeface="微软雅黑" panose="020B0503020204020204" charset="-122"/>
                <a:ea typeface="微软雅黑" panose="020B0503020204020204" charset="-122"/>
                <a:cs typeface="微软雅黑" panose="020B0503020204020204" charset="-122"/>
              </a:defRPr>
            </a:lvl2pPr>
            <a:lvl3pPr algn="l">
              <a:defRPr sz="2025" b="1">
                <a:solidFill>
                  <a:srgbClr val="5D6975"/>
                </a:solidFill>
                <a:latin typeface="微软雅黑" panose="020B0503020204020204" charset="-122"/>
                <a:ea typeface="微软雅黑" panose="020B0503020204020204" charset="-122"/>
                <a:cs typeface="微软雅黑" panose="020B0503020204020204" charset="-122"/>
              </a:defRPr>
            </a:lvl3pPr>
            <a:lvl4pPr algn="l">
              <a:defRPr sz="2025" b="1">
                <a:solidFill>
                  <a:srgbClr val="5D6975"/>
                </a:solidFill>
                <a:latin typeface="微软雅黑" panose="020B0503020204020204" charset="-122"/>
                <a:ea typeface="微软雅黑" panose="020B0503020204020204" charset="-122"/>
                <a:cs typeface="微软雅黑" panose="020B0503020204020204" charset="-122"/>
              </a:defRPr>
            </a:lvl4pPr>
            <a:lvl5pPr algn="l">
              <a:defRPr sz="2025" b="1">
                <a:solidFill>
                  <a:srgbClr val="5D6975"/>
                </a:solidFill>
                <a:latin typeface="微软雅黑" panose="020B0503020204020204" charset="-122"/>
                <a:ea typeface="微软雅黑" panose="020B0503020204020204" charset="-122"/>
                <a:cs typeface="微软雅黑" panose="020B0503020204020204" charset="-122"/>
              </a:defRPr>
            </a:lvl5pPr>
            <a:lvl6pPr algn="l">
              <a:defRPr sz="2025" b="1">
                <a:solidFill>
                  <a:srgbClr val="5D6975"/>
                </a:solidFill>
                <a:latin typeface="微软雅黑" panose="020B0503020204020204" charset="-122"/>
                <a:ea typeface="微软雅黑" panose="020B0503020204020204" charset="-122"/>
                <a:cs typeface="微软雅黑" panose="020B0503020204020204" charset="-122"/>
              </a:defRPr>
            </a:lvl6pPr>
            <a:lvl7pPr algn="l">
              <a:defRPr sz="2025" b="1">
                <a:solidFill>
                  <a:srgbClr val="5D6975"/>
                </a:solidFill>
                <a:latin typeface="微软雅黑" panose="020B0503020204020204" charset="-122"/>
                <a:ea typeface="微软雅黑" panose="020B0503020204020204" charset="-122"/>
                <a:cs typeface="微软雅黑" panose="020B0503020204020204" charset="-122"/>
              </a:defRPr>
            </a:lvl7pPr>
            <a:lvl8pPr algn="l">
              <a:defRPr sz="2025" b="1">
                <a:solidFill>
                  <a:srgbClr val="5D6975"/>
                </a:solidFill>
                <a:latin typeface="微软雅黑" panose="020B0503020204020204" charset="-122"/>
                <a:ea typeface="微软雅黑" panose="020B0503020204020204" charset="-122"/>
                <a:cs typeface="微软雅黑" panose="020B0503020204020204" charset="-122"/>
              </a:defRPr>
            </a:lvl8pPr>
            <a:lvl9pPr algn="l">
              <a:defRPr sz="2025" b="1">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2025" b="1">
                <a:solidFill>
                  <a:srgbClr val="5D6975"/>
                </a:solidFill>
                <a:latin typeface="微软雅黑" panose="020B0503020204020204" charset="-122"/>
                <a:ea typeface="微软雅黑" panose="020B0503020204020204" charset="-122"/>
                <a:cs typeface="微软雅黑" panose="020B0503020204020204" charset="-122"/>
              </a:defRPr>
            </a:pPr>
            <a:r>
              <a:rPr sz="2025" b="1">
                <a:solidFill>
                  <a:srgbClr val="5D6975"/>
                </a:solidFill>
                <a:latin typeface="微软雅黑" panose="020B0503020204020204" charset="-122"/>
                <a:ea typeface="微软雅黑" panose="020B0503020204020204" charset="-122"/>
                <a:cs typeface="微软雅黑" panose="020B0503020204020204" charset="-122"/>
              </a:rPr>
              <a:t>200k 终点 113.12</a:t>
            </a:r>
            <a:endParaRPr sz="2025" b="1">
              <a:solidFill>
                <a:srgbClr val="5D6975"/>
              </a:solidFill>
              <a:latin typeface="微软雅黑" panose="020B0503020204020204" charset="-122"/>
              <a:ea typeface="微软雅黑" panose="020B0503020204020204" charset="-122"/>
              <a:cs typeface="微软雅黑" panose="020B0503020204020204" charset="-122"/>
            </a:endParaRPr>
          </a:p>
        </p:txBody>
      </p:sp>
      <p:sp>
        <p:nvSpPr>
          <p:cNvPr id="19" name="较阶段最佳下降&#10;170.36 分"/>
          <p:cNvSpPr>
            <a:spLocks noGrp="1"/>
          </p:cNvSpPr>
          <p:nvPr/>
        </p:nvSpPr>
        <p:spPr>
          <a:xfrm>
            <a:off x="8286750" y="4695825"/>
            <a:ext cx="3286125" cy="857250"/>
          </a:xfrm>
          <a:prstGeom prst="rect">
            <a:avLst/>
          </a:prstGeom>
          <a:noFill/>
          <a:ln w="0">
            <a:noFill/>
          </a:ln>
        </p:spPr>
        <p:txBody>
          <a:bodyPr wrap="square" lIns="0" tIns="0" rIns="0" bIns="0" anchor="t">
            <a:noAutofit/>
          </a:bodyPr>
          <a:lstStyle>
            <a:defPPr algn="l">
              <a:defRPr sz="2325" b="1">
                <a:solidFill>
                  <a:srgbClr val="AF5845"/>
                </a:solidFill>
                <a:latin typeface="微软雅黑" panose="020B0503020204020204" charset="-122"/>
                <a:ea typeface="微软雅黑" panose="020B0503020204020204" charset="-122"/>
                <a:cs typeface="微软雅黑" panose="020B0503020204020204" charset="-122"/>
              </a:defRPr>
            </a:defPPr>
            <a:lvl1pPr algn="l">
              <a:defRPr sz="2325" b="1">
                <a:solidFill>
                  <a:srgbClr val="AF5845"/>
                </a:solidFill>
                <a:latin typeface="微软雅黑" panose="020B0503020204020204" charset="-122"/>
                <a:ea typeface="微软雅黑" panose="020B0503020204020204" charset="-122"/>
                <a:cs typeface="微软雅黑" panose="020B0503020204020204" charset="-122"/>
              </a:defRPr>
            </a:lvl1pPr>
            <a:lvl2pPr algn="l">
              <a:defRPr sz="2325" b="1">
                <a:solidFill>
                  <a:srgbClr val="AF5845"/>
                </a:solidFill>
                <a:latin typeface="微软雅黑" panose="020B0503020204020204" charset="-122"/>
                <a:ea typeface="微软雅黑" panose="020B0503020204020204" charset="-122"/>
                <a:cs typeface="微软雅黑" panose="020B0503020204020204" charset="-122"/>
              </a:defRPr>
            </a:lvl2pPr>
            <a:lvl3pPr algn="l">
              <a:defRPr sz="2325" b="1">
                <a:solidFill>
                  <a:srgbClr val="AF5845"/>
                </a:solidFill>
                <a:latin typeface="微软雅黑" panose="020B0503020204020204" charset="-122"/>
                <a:ea typeface="微软雅黑" panose="020B0503020204020204" charset="-122"/>
                <a:cs typeface="微软雅黑" panose="020B0503020204020204" charset="-122"/>
              </a:defRPr>
            </a:lvl3pPr>
            <a:lvl4pPr algn="l">
              <a:defRPr sz="2325" b="1">
                <a:solidFill>
                  <a:srgbClr val="AF5845"/>
                </a:solidFill>
                <a:latin typeface="微软雅黑" panose="020B0503020204020204" charset="-122"/>
                <a:ea typeface="微软雅黑" panose="020B0503020204020204" charset="-122"/>
                <a:cs typeface="微软雅黑" panose="020B0503020204020204" charset="-122"/>
              </a:defRPr>
            </a:lvl4pPr>
            <a:lvl5pPr algn="l">
              <a:defRPr sz="2325" b="1">
                <a:solidFill>
                  <a:srgbClr val="AF5845"/>
                </a:solidFill>
                <a:latin typeface="微软雅黑" panose="020B0503020204020204" charset="-122"/>
                <a:ea typeface="微软雅黑" panose="020B0503020204020204" charset="-122"/>
                <a:cs typeface="微软雅黑" panose="020B0503020204020204" charset="-122"/>
              </a:defRPr>
            </a:lvl5pPr>
            <a:lvl6pPr algn="l">
              <a:defRPr sz="2325" b="1">
                <a:solidFill>
                  <a:srgbClr val="AF5845"/>
                </a:solidFill>
                <a:latin typeface="微软雅黑" panose="020B0503020204020204" charset="-122"/>
                <a:ea typeface="微软雅黑" panose="020B0503020204020204" charset="-122"/>
                <a:cs typeface="微软雅黑" panose="020B0503020204020204" charset="-122"/>
              </a:defRPr>
            </a:lvl6pPr>
            <a:lvl7pPr algn="l">
              <a:defRPr sz="2325" b="1">
                <a:solidFill>
                  <a:srgbClr val="AF5845"/>
                </a:solidFill>
                <a:latin typeface="微软雅黑" panose="020B0503020204020204" charset="-122"/>
                <a:ea typeface="微软雅黑" panose="020B0503020204020204" charset="-122"/>
                <a:cs typeface="微软雅黑" panose="020B0503020204020204" charset="-122"/>
              </a:defRPr>
            </a:lvl7pPr>
            <a:lvl8pPr algn="l">
              <a:defRPr sz="2325" b="1">
                <a:solidFill>
                  <a:srgbClr val="AF5845"/>
                </a:solidFill>
                <a:latin typeface="微软雅黑" panose="020B0503020204020204" charset="-122"/>
                <a:ea typeface="微软雅黑" panose="020B0503020204020204" charset="-122"/>
                <a:cs typeface="微软雅黑" panose="020B0503020204020204" charset="-122"/>
              </a:defRPr>
            </a:lvl8pPr>
            <a:lvl9pPr algn="l">
              <a:defRPr sz="2325" b="1">
                <a:solidFill>
                  <a:srgbClr val="AF5845"/>
                </a:solidFill>
                <a:latin typeface="微软雅黑" panose="020B0503020204020204" charset="-122"/>
                <a:ea typeface="微软雅黑" panose="020B0503020204020204" charset="-122"/>
                <a:cs typeface="微软雅黑" panose="020B0503020204020204" charset="-122"/>
              </a:defRPr>
            </a:lvl9pPr>
          </a:lstStyle>
          <a:p>
            <a:pPr algn="l">
              <a:defRPr sz="2325" b="1">
                <a:solidFill>
                  <a:srgbClr val="AF5845"/>
                </a:solidFill>
                <a:latin typeface="微软雅黑" panose="020B0503020204020204" charset="-122"/>
                <a:ea typeface="微软雅黑" panose="020B0503020204020204" charset="-122"/>
                <a:cs typeface="微软雅黑" panose="020B0503020204020204" charset="-122"/>
              </a:defRPr>
            </a:pPr>
            <a:r>
              <a:rPr sz="2325" b="1">
                <a:solidFill>
                  <a:srgbClr val="AF5845"/>
                </a:solidFill>
                <a:latin typeface="微软雅黑" panose="020B0503020204020204" charset="-122"/>
                <a:ea typeface="微软雅黑" panose="020B0503020204020204" charset="-122"/>
                <a:cs typeface="微软雅黑" panose="020B0503020204020204" charset="-122"/>
              </a:rPr>
              <a:t>较阶段最佳下降</a:t>
            </a:r>
            <a:endParaRPr sz="2325" b="1">
              <a:solidFill>
                <a:srgbClr val="AF5845"/>
              </a:solidFill>
              <a:latin typeface="微软雅黑" panose="020B0503020204020204" charset="-122"/>
              <a:ea typeface="微软雅黑" panose="020B0503020204020204" charset="-122"/>
              <a:cs typeface="微软雅黑" panose="020B0503020204020204" charset="-122"/>
            </a:endParaRPr>
          </a:p>
          <a:p>
            <a:pPr algn="l">
              <a:defRPr sz="2325" b="1">
                <a:solidFill>
                  <a:srgbClr val="AF5845"/>
                </a:solidFill>
                <a:latin typeface="微软雅黑" panose="020B0503020204020204" charset="-122"/>
                <a:ea typeface="微软雅黑" panose="020B0503020204020204" charset="-122"/>
                <a:cs typeface="微软雅黑" panose="020B0503020204020204" charset="-122"/>
              </a:defRPr>
            </a:pPr>
            <a:r>
              <a:rPr sz="2325" b="1">
                <a:solidFill>
                  <a:srgbClr val="AF5845"/>
                </a:solidFill>
                <a:latin typeface="微软雅黑" panose="020B0503020204020204" charset="-122"/>
                <a:ea typeface="微软雅黑" panose="020B0503020204020204" charset="-122"/>
                <a:cs typeface="微软雅黑" panose="020B0503020204020204" charset="-122"/>
              </a:rPr>
              <a:t>170.36 分</a:t>
            </a:r>
            <a:endParaRPr sz="2325" b="1">
              <a:solidFill>
                <a:srgbClr val="AF5845"/>
              </a:solidFill>
              <a:latin typeface="微软雅黑" panose="020B0503020204020204" charset="-122"/>
              <a:ea typeface="微软雅黑" panose="020B0503020204020204" charset="-122"/>
              <a:cs typeface="微软雅黑" panose="020B0503020204020204" charset="-122"/>
            </a:endParaRPr>
          </a:p>
        </p:txBody>
      </p:sp>
      <p:sp>
        <p:nvSpPr>
          <p:cNvPr id="20" name="模型保存与模型选择必须分开"/>
          <p:cNvSpPr>
            <a:spLocks noGrp="1"/>
          </p:cNvSpPr>
          <p:nvPr/>
        </p:nvSpPr>
        <p:spPr>
          <a:xfrm>
            <a:off x="523875" y="5991225"/>
            <a:ext cx="7334250" cy="323850"/>
          </a:xfrm>
          <a:prstGeom prst="rect">
            <a:avLst/>
          </a:prstGeom>
          <a:noFill/>
          <a:ln w="0">
            <a:noFill/>
          </a:ln>
        </p:spPr>
        <p:txBody>
          <a:bodyPr wrap="square" lIns="0" tIns="0" rIns="0" bIns="0" anchor="t">
            <a:noAutofit/>
          </a:bodyPr>
          <a:lstStyle>
            <a:defPPr algn="l">
              <a:defRPr sz="180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0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0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0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0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0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0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0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0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0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00" b="1">
                <a:solidFill>
                  <a:srgbClr val="065980"/>
                </a:solidFill>
                <a:latin typeface="微软雅黑" panose="020B0503020204020204" charset="-122"/>
                <a:ea typeface="微软雅黑" panose="020B0503020204020204" charset="-122"/>
                <a:cs typeface="微软雅黑" panose="020B0503020204020204" charset="-122"/>
              </a:defRPr>
            </a:pPr>
            <a:r>
              <a:rPr sz="1800" b="1">
                <a:solidFill>
                  <a:srgbClr val="065980"/>
                </a:solidFill>
                <a:latin typeface="微软雅黑" panose="020B0503020204020204" charset="-122"/>
                <a:ea typeface="微软雅黑" panose="020B0503020204020204" charset="-122"/>
                <a:cs typeface="微软雅黑" panose="020B0503020204020204" charset="-122"/>
              </a:rPr>
              <a:t>模型保存与模型选择必须分开</a:t>
            </a:r>
            <a:endParaRPr sz="180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21" name="前 20k 为新回放池策略预热；起点 197.90 与后续均分均来自本阶段 50 局回调协"/>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前 20k 为新回放池策略预热；起点 197.90 与后续均分均来自本阶段 50 局回调协议。</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3">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4"/>
          <a:stretch>
            <a:fillRect/>
          </a:stretch>
        </p:blipFill>
        <p:spPr>
          <a:xfrm>
            <a:off x="344170" y="333375"/>
            <a:ext cx="2924175" cy="666750"/>
          </a:xfrm>
          <a:prstGeom prst="rect">
            <a:avLst/>
          </a:prstGeom>
        </p:spPr>
      </p:pic>
      <p:sp>
        <p:nvSpPr>
          <p:cNvPr id="8" name="训练诊断：探索率和 loss 都不能替代评估"/>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训练诊断：探索率和 loss 都不能替代评估</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11"/>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11</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1" name="基础训练探索率 ε"/>
          <p:cNvSpPr>
            <a:spLocks noGrp="1"/>
          </p:cNvSpPr>
          <p:nvPr/>
        </p:nvSpPr>
        <p:spPr>
          <a:xfrm>
            <a:off x="523875" y="2057400"/>
            <a:ext cx="5143500" cy="333375"/>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基础训练探索率 ε</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2" name="基础训练 Huber 损失"/>
          <p:cNvSpPr>
            <a:spLocks noGrp="1"/>
          </p:cNvSpPr>
          <p:nvPr/>
        </p:nvSpPr>
        <p:spPr>
          <a:xfrm>
            <a:off x="6257925" y="2057400"/>
            <a:ext cx="5410200" cy="333375"/>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基础训练 Huber 损失</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graphicFrame>
        <p:nvGraphicFramePr>
          <p:cNvPr id="13" name="Chart"/>
          <p:cNvGraphicFramePr/>
          <p:nvPr/>
        </p:nvGraphicFramePr>
        <p:xfrm>
          <a:off x="523875" y="2533650"/>
          <a:ext cx="5286375" cy="2647950"/>
        </p:xfrm>
        <a:graphic>
          <a:graphicData uri="http://schemas.openxmlformats.org/drawingml/2006/chart">
            <c:chart xmlns:c="http://schemas.openxmlformats.org/drawingml/2006/chart" xmlns:r="http://schemas.openxmlformats.org/officeDocument/2006/relationships" r:id="rId1"/>
          </a:graphicData>
        </a:graphic>
      </p:graphicFrame>
      <p:graphicFrame>
        <p:nvGraphicFramePr>
          <p:cNvPr id="14" name="Chart"/>
          <p:cNvGraphicFramePr/>
          <p:nvPr/>
        </p:nvGraphicFramePr>
        <p:xfrm>
          <a:off x="6257925" y="2533650"/>
          <a:ext cx="5410200" cy="2647950"/>
        </p:xfrm>
        <a:graphic>
          <a:graphicData uri="http://schemas.openxmlformats.org/drawingml/2006/chart">
            <c:chart xmlns:c="http://schemas.openxmlformats.org/drawingml/2006/chart" xmlns:r="http://schemas.openxmlformats.org/officeDocument/2006/relationships" r:id="rId2"/>
          </a:graphicData>
        </a:graphic>
      </p:graphicFrame>
      <p:sp>
        <p:nvSpPr>
          <p:cNvPr id="15" name="横轴：决策步 / 千步"/>
          <p:cNvSpPr>
            <a:spLocks noGrp="1"/>
          </p:cNvSpPr>
          <p:nvPr/>
        </p:nvSpPr>
        <p:spPr>
          <a:xfrm>
            <a:off x="1638300" y="5219700"/>
            <a:ext cx="3143250" cy="266700"/>
          </a:xfrm>
          <a:prstGeom prst="rect">
            <a:avLst/>
          </a:prstGeom>
          <a:noFill/>
          <a:ln w="0">
            <a:noFill/>
          </a:ln>
        </p:spPr>
        <p:txBody>
          <a:bodyPr wrap="square" lIns="0" tIns="0" rIns="0" bIns="0" anchor="t">
            <a:noAutofit/>
          </a:bodyPr>
          <a:lstStyle>
            <a:defPPr algn="ctr">
              <a:defRPr sz="1350" b="0">
                <a:solidFill>
                  <a:srgbClr val="5D6975"/>
                </a:solidFill>
                <a:latin typeface="微软雅黑" panose="020B0503020204020204" charset="-122"/>
                <a:ea typeface="微软雅黑" panose="020B0503020204020204" charset="-122"/>
                <a:cs typeface="微软雅黑" panose="020B0503020204020204" charset="-122"/>
              </a:defRPr>
            </a:defPPr>
            <a:lvl1pPr algn="ctr">
              <a:defRPr sz="1350" b="0">
                <a:solidFill>
                  <a:srgbClr val="5D6975"/>
                </a:solidFill>
                <a:latin typeface="微软雅黑" panose="020B0503020204020204" charset="-122"/>
                <a:ea typeface="微软雅黑" panose="020B0503020204020204" charset="-122"/>
                <a:cs typeface="微软雅黑" panose="020B0503020204020204" charset="-122"/>
              </a:defRPr>
            </a:lvl1pPr>
            <a:lvl2pPr algn="ctr">
              <a:defRPr sz="1350" b="0">
                <a:solidFill>
                  <a:srgbClr val="5D6975"/>
                </a:solidFill>
                <a:latin typeface="微软雅黑" panose="020B0503020204020204" charset="-122"/>
                <a:ea typeface="微软雅黑" panose="020B0503020204020204" charset="-122"/>
                <a:cs typeface="微软雅黑" panose="020B0503020204020204" charset="-122"/>
              </a:defRPr>
            </a:lvl2pPr>
            <a:lvl3pPr algn="ctr">
              <a:defRPr sz="1350" b="0">
                <a:solidFill>
                  <a:srgbClr val="5D6975"/>
                </a:solidFill>
                <a:latin typeface="微软雅黑" panose="020B0503020204020204" charset="-122"/>
                <a:ea typeface="微软雅黑" panose="020B0503020204020204" charset="-122"/>
                <a:cs typeface="微软雅黑" panose="020B0503020204020204" charset="-122"/>
              </a:defRPr>
            </a:lvl3pPr>
            <a:lvl4pPr algn="ctr">
              <a:defRPr sz="1350" b="0">
                <a:solidFill>
                  <a:srgbClr val="5D6975"/>
                </a:solidFill>
                <a:latin typeface="微软雅黑" panose="020B0503020204020204" charset="-122"/>
                <a:ea typeface="微软雅黑" panose="020B0503020204020204" charset="-122"/>
                <a:cs typeface="微软雅黑" panose="020B0503020204020204" charset="-122"/>
              </a:defRPr>
            </a:lvl4pPr>
            <a:lvl5pPr algn="ctr">
              <a:defRPr sz="1350" b="0">
                <a:solidFill>
                  <a:srgbClr val="5D6975"/>
                </a:solidFill>
                <a:latin typeface="微软雅黑" panose="020B0503020204020204" charset="-122"/>
                <a:ea typeface="微软雅黑" panose="020B0503020204020204" charset="-122"/>
                <a:cs typeface="微软雅黑" panose="020B0503020204020204" charset="-122"/>
              </a:defRPr>
            </a:lvl5pPr>
            <a:lvl6pPr algn="ctr">
              <a:defRPr sz="1350" b="0">
                <a:solidFill>
                  <a:srgbClr val="5D6975"/>
                </a:solidFill>
                <a:latin typeface="微软雅黑" panose="020B0503020204020204" charset="-122"/>
                <a:ea typeface="微软雅黑" panose="020B0503020204020204" charset="-122"/>
                <a:cs typeface="微软雅黑" panose="020B0503020204020204" charset="-122"/>
              </a:defRPr>
            </a:lvl6pPr>
            <a:lvl7pPr algn="ctr">
              <a:defRPr sz="1350" b="0">
                <a:solidFill>
                  <a:srgbClr val="5D6975"/>
                </a:solidFill>
                <a:latin typeface="微软雅黑" panose="020B0503020204020204" charset="-122"/>
                <a:ea typeface="微软雅黑" panose="020B0503020204020204" charset="-122"/>
                <a:cs typeface="微软雅黑" panose="020B0503020204020204" charset="-122"/>
              </a:defRPr>
            </a:lvl7pPr>
            <a:lvl8pPr algn="ctr">
              <a:defRPr sz="1350" b="0">
                <a:solidFill>
                  <a:srgbClr val="5D6975"/>
                </a:solidFill>
                <a:latin typeface="微软雅黑" panose="020B0503020204020204" charset="-122"/>
                <a:ea typeface="微软雅黑" panose="020B0503020204020204" charset="-122"/>
                <a:cs typeface="微软雅黑" panose="020B0503020204020204" charset="-122"/>
              </a:defRPr>
            </a:lvl8pPr>
            <a:lvl9pPr algn="ctr">
              <a:defRPr sz="1350" b="0">
                <a:solidFill>
                  <a:srgbClr val="5D6975"/>
                </a:solidFill>
                <a:latin typeface="微软雅黑" panose="020B0503020204020204" charset="-122"/>
                <a:ea typeface="微软雅黑" panose="020B0503020204020204" charset="-122"/>
                <a:cs typeface="微软雅黑" panose="020B0503020204020204" charset="-122"/>
              </a:defRPr>
            </a:lvl9pPr>
          </a:lstStyle>
          <a:p>
            <a:pPr algn="ctr">
              <a:defRPr sz="1350" b="0">
                <a:solidFill>
                  <a:srgbClr val="5D6975"/>
                </a:solidFill>
                <a:latin typeface="微软雅黑" panose="020B0503020204020204" charset="-122"/>
                <a:ea typeface="微软雅黑" panose="020B0503020204020204" charset="-122"/>
                <a:cs typeface="微软雅黑" panose="020B0503020204020204" charset="-122"/>
              </a:defRPr>
            </a:pPr>
            <a:r>
              <a:rPr sz="1350" b="0">
                <a:solidFill>
                  <a:srgbClr val="5D6975"/>
                </a:solidFill>
                <a:latin typeface="微软雅黑" panose="020B0503020204020204" charset="-122"/>
                <a:ea typeface="微软雅黑" panose="020B0503020204020204" charset="-122"/>
                <a:cs typeface="微软雅黑" panose="020B0503020204020204" charset="-122"/>
              </a:rPr>
              <a:t>横轴：决策步 / 千步</a:t>
            </a:r>
            <a:endParaRPr sz="1350" b="0">
              <a:solidFill>
                <a:srgbClr val="5D6975"/>
              </a:solidFill>
              <a:latin typeface="微软雅黑" panose="020B0503020204020204" charset="-122"/>
              <a:ea typeface="微软雅黑" panose="020B0503020204020204" charset="-122"/>
              <a:cs typeface="微软雅黑" panose="020B0503020204020204" charset="-122"/>
            </a:endParaRPr>
          </a:p>
        </p:txBody>
      </p:sp>
      <p:sp>
        <p:nvSpPr>
          <p:cNvPr id="16" name="横轴：千步   纵轴：log₁₀(loss)"/>
          <p:cNvSpPr>
            <a:spLocks noGrp="1"/>
          </p:cNvSpPr>
          <p:nvPr/>
        </p:nvSpPr>
        <p:spPr>
          <a:xfrm>
            <a:off x="6943725" y="5219700"/>
            <a:ext cx="4095750" cy="266700"/>
          </a:xfrm>
          <a:prstGeom prst="rect">
            <a:avLst/>
          </a:prstGeom>
          <a:noFill/>
          <a:ln w="0">
            <a:noFill/>
          </a:ln>
        </p:spPr>
        <p:txBody>
          <a:bodyPr wrap="square" lIns="0" tIns="0" rIns="0" bIns="0" anchor="t">
            <a:noAutofit/>
          </a:bodyPr>
          <a:lstStyle>
            <a:defPPr algn="ctr">
              <a:defRPr sz="1350" b="0">
                <a:solidFill>
                  <a:srgbClr val="5D6975"/>
                </a:solidFill>
                <a:latin typeface="微软雅黑" panose="020B0503020204020204" charset="-122"/>
                <a:ea typeface="微软雅黑" panose="020B0503020204020204" charset="-122"/>
                <a:cs typeface="微软雅黑" panose="020B0503020204020204" charset="-122"/>
              </a:defRPr>
            </a:defPPr>
            <a:lvl1pPr algn="ctr">
              <a:defRPr sz="1350" b="0">
                <a:solidFill>
                  <a:srgbClr val="5D6975"/>
                </a:solidFill>
                <a:latin typeface="微软雅黑" panose="020B0503020204020204" charset="-122"/>
                <a:ea typeface="微软雅黑" panose="020B0503020204020204" charset="-122"/>
                <a:cs typeface="微软雅黑" panose="020B0503020204020204" charset="-122"/>
              </a:defRPr>
            </a:lvl1pPr>
            <a:lvl2pPr algn="ctr">
              <a:defRPr sz="1350" b="0">
                <a:solidFill>
                  <a:srgbClr val="5D6975"/>
                </a:solidFill>
                <a:latin typeface="微软雅黑" panose="020B0503020204020204" charset="-122"/>
                <a:ea typeface="微软雅黑" panose="020B0503020204020204" charset="-122"/>
                <a:cs typeface="微软雅黑" panose="020B0503020204020204" charset="-122"/>
              </a:defRPr>
            </a:lvl2pPr>
            <a:lvl3pPr algn="ctr">
              <a:defRPr sz="1350" b="0">
                <a:solidFill>
                  <a:srgbClr val="5D6975"/>
                </a:solidFill>
                <a:latin typeface="微软雅黑" panose="020B0503020204020204" charset="-122"/>
                <a:ea typeface="微软雅黑" panose="020B0503020204020204" charset="-122"/>
                <a:cs typeface="微软雅黑" panose="020B0503020204020204" charset="-122"/>
              </a:defRPr>
            </a:lvl3pPr>
            <a:lvl4pPr algn="ctr">
              <a:defRPr sz="1350" b="0">
                <a:solidFill>
                  <a:srgbClr val="5D6975"/>
                </a:solidFill>
                <a:latin typeface="微软雅黑" panose="020B0503020204020204" charset="-122"/>
                <a:ea typeface="微软雅黑" panose="020B0503020204020204" charset="-122"/>
                <a:cs typeface="微软雅黑" panose="020B0503020204020204" charset="-122"/>
              </a:defRPr>
            </a:lvl4pPr>
            <a:lvl5pPr algn="ctr">
              <a:defRPr sz="1350" b="0">
                <a:solidFill>
                  <a:srgbClr val="5D6975"/>
                </a:solidFill>
                <a:latin typeface="微软雅黑" panose="020B0503020204020204" charset="-122"/>
                <a:ea typeface="微软雅黑" panose="020B0503020204020204" charset="-122"/>
                <a:cs typeface="微软雅黑" panose="020B0503020204020204" charset="-122"/>
              </a:defRPr>
            </a:lvl5pPr>
            <a:lvl6pPr algn="ctr">
              <a:defRPr sz="1350" b="0">
                <a:solidFill>
                  <a:srgbClr val="5D6975"/>
                </a:solidFill>
                <a:latin typeface="微软雅黑" panose="020B0503020204020204" charset="-122"/>
                <a:ea typeface="微软雅黑" panose="020B0503020204020204" charset="-122"/>
                <a:cs typeface="微软雅黑" panose="020B0503020204020204" charset="-122"/>
              </a:defRPr>
            </a:lvl6pPr>
            <a:lvl7pPr algn="ctr">
              <a:defRPr sz="1350" b="0">
                <a:solidFill>
                  <a:srgbClr val="5D6975"/>
                </a:solidFill>
                <a:latin typeface="微软雅黑" panose="020B0503020204020204" charset="-122"/>
                <a:ea typeface="微软雅黑" panose="020B0503020204020204" charset="-122"/>
                <a:cs typeface="微软雅黑" panose="020B0503020204020204" charset="-122"/>
              </a:defRPr>
            </a:lvl7pPr>
            <a:lvl8pPr algn="ctr">
              <a:defRPr sz="1350" b="0">
                <a:solidFill>
                  <a:srgbClr val="5D6975"/>
                </a:solidFill>
                <a:latin typeface="微软雅黑" panose="020B0503020204020204" charset="-122"/>
                <a:ea typeface="微软雅黑" panose="020B0503020204020204" charset="-122"/>
                <a:cs typeface="微软雅黑" panose="020B0503020204020204" charset="-122"/>
              </a:defRPr>
            </a:lvl8pPr>
            <a:lvl9pPr algn="ctr">
              <a:defRPr sz="1350" b="0">
                <a:solidFill>
                  <a:srgbClr val="5D6975"/>
                </a:solidFill>
                <a:latin typeface="微软雅黑" panose="020B0503020204020204" charset="-122"/>
                <a:ea typeface="微软雅黑" panose="020B0503020204020204" charset="-122"/>
                <a:cs typeface="微软雅黑" panose="020B0503020204020204" charset="-122"/>
              </a:defRPr>
            </a:lvl9pPr>
          </a:lstStyle>
          <a:p>
            <a:pPr algn="ctr">
              <a:defRPr sz="1350" b="0">
                <a:solidFill>
                  <a:srgbClr val="5D6975"/>
                </a:solidFill>
                <a:latin typeface="微软雅黑" panose="020B0503020204020204" charset="-122"/>
                <a:ea typeface="微软雅黑" panose="020B0503020204020204" charset="-122"/>
                <a:cs typeface="微软雅黑" panose="020B0503020204020204" charset="-122"/>
              </a:defRPr>
            </a:pPr>
            <a:r>
              <a:rPr sz="1350" b="0">
                <a:solidFill>
                  <a:srgbClr val="5D6975"/>
                </a:solidFill>
                <a:latin typeface="微软雅黑" panose="020B0503020204020204" charset="-122"/>
                <a:ea typeface="微软雅黑" panose="020B0503020204020204" charset="-122"/>
                <a:cs typeface="微软雅黑" panose="020B0503020204020204" charset="-122"/>
              </a:rPr>
              <a:t>横轴：千步   纵轴：log₁₀(loss)</a:t>
            </a:r>
            <a:endParaRPr sz="1350" b="0">
              <a:solidFill>
                <a:srgbClr val="5D6975"/>
              </a:solidFill>
              <a:latin typeface="微软雅黑" panose="020B0503020204020204" charset="-122"/>
              <a:ea typeface="微软雅黑" panose="020B0503020204020204" charset="-122"/>
              <a:cs typeface="微软雅黑" panose="020B0503020204020204" charset="-122"/>
            </a:endParaRPr>
          </a:p>
        </p:txBody>
      </p:sp>
      <p:sp>
        <p:nvSpPr>
          <p:cNvPr id="17" name="ε 固定后，均分仍从 174.00 降至 68.10"/>
          <p:cNvSpPr>
            <a:spLocks noGrp="1"/>
          </p:cNvSpPr>
          <p:nvPr/>
        </p:nvSpPr>
        <p:spPr>
          <a:xfrm>
            <a:off x="523875" y="5657850"/>
            <a:ext cx="5334000" cy="581025"/>
          </a:xfrm>
          <a:prstGeom prst="rect">
            <a:avLst/>
          </a:prstGeom>
          <a:noFill/>
          <a:ln w="0">
            <a:noFill/>
          </a:ln>
        </p:spPr>
        <p:txBody>
          <a:bodyPr wrap="square" lIns="0" tIns="0" rIns="0" bIns="0" anchor="t">
            <a:noAutofit/>
          </a:bodyPr>
          <a:lstStyle>
            <a:defPPr algn="l">
              <a:defRPr sz="180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0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0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0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0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0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0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0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0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0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00" b="1">
                <a:solidFill>
                  <a:srgbClr val="065980"/>
                </a:solidFill>
                <a:latin typeface="微软雅黑" panose="020B0503020204020204" charset="-122"/>
                <a:ea typeface="微软雅黑" panose="020B0503020204020204" charset="-122"/>
                <a:cs typeface="微软雅黑" panose="020B0503020204020204" charset="-122"/>
              </a:defRPr>
            </a:pPr>
            <a:r>
              <a:rPr sz="1800" b="1">
                <a:solidFill>
                  <a:srgbClr val="065980"/>
                </a:solidFill>
                <a:latin typeface="微软雅黑" panose="020B0503020204020204" charset="-122"/>
                <a:ea typeface="微软雅黑" panose="020B0503020204020204" charset="-122"/>
                <a:cs typeface="微软雅黑" panose="020B0503020204020204" charset="-122"/>
              </a:rPr>
              <a:t>ε 固定后，均分仍从 174.00 降至 68.10</a:t>
            </a:r>
            <a:endParaRPr sz="180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8" name="早期 loss 更小，不代表控制能力更强&#10;20k–100k 中位数 0.000425；40"/>
          <p:cNvSpPr>
            <a:spLocks noGrp="1"/>
          </p:cNvSpPr>
          <p:nvPr/>
        </p:nvSpPr>
        <p:spPr>
          <a:xfrm>
            <a:off x="6257925" y="5629275"/>
            <a:ext cx="5410200" cy="647700"/>
          </a:xfrm>
          <a:prstGeom prst="rect">
            <a:avLst/>
          </a:prstGeom>
          <a:noFill/>
          <a:ln w="0">
            <a:noFill/>
          </a:ln>
        </p:spPr>
        <p:txBody>
          <a:bodyPr wrap="square" lIns="0" tIns="0" rIns="0" bIns="0" anchor="t">
            <a:noAutofit/>
          </a:bodyPr>
          <a:lstStyle>
            <a:defPPr algn="l">
              <a:defRPr sz="165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65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65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65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65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65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65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65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65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65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650" b="0">
                <a:solidFill>
                  <a:srgbClr val="1B2938"/>
                </a:solidFill>
                <a:latin typeface="微软雅黑" panose="020B0503020204020204" charset="-122"/>
                <a:ea typeface="微软雅黑" panose="020B0503020204020204" charset="-122"/>
                <a:cs typeface="微软雅黑" panose="020B0503020204020204" charset="-122"/>
              </a:defRPr>
            </a:pPr>
            <a:r>
              <a:rPr sz="1650" b="0">
                <a:solidFill>
                  <a:srgbClr val="1B2938"/>
                </a:solidFill>
                <a:latin typeface="微软雅黑" panose="020B0503020204020204" charset="-122"/>
                <a:ea typeface="微软雅黑" panose="020B0503020204020204" charset="-122"/>
                <a:cs typeface="微软雅黑" panose="020B0503020204020204" charset="-122"/>
              </a:rPr>
              <a:t>早期 loss 更小，不代表控制能力更强</a:t>
            </a:r>
            <a:endParaRPr sz="1650" b="0">
              <a:solidFill>
                <a:srgbClr val="1B2938"/>
              </a:solidFill>
              <a:latin typeface="微软雅黑" panose="020B0503020204020204" charset="-122"/>
              <a:ea typeface="微软雅黑" panose="020B0503020204020204" charset="-122"/>
              <a:cs typeface="微软雅黑" panose="020B0503020204020204" charset="-122"/>
            </a:endParaRPr>
          </a:p>
          <a:p>
            <a:pPr algn="l">
              <a:defRPr sz="1650" b="0">
                <a:solidFill>
                  <a:srgbClr val="1B2938"/>
                </a:solidFill>
                <a:latin typeface="微软雅黑" panose="020B0503020204020204" charset="-122"/>
                <a:ea typeface="微软雅黑" panose="020B0503020204020204" charset="-122"/>
                <a:cs typeface="微软雅黑" panose="020B0503020204020204" charset="-122"/>
              </a:defRPr>
            </a:pPr>
            <a:r>
              <a:rPr sz="1650" b="0">
                <a:solidFill>
                  <a:srgbClr val="1B2938"/>
                </a:solidFill>
                <a:latin typeface="微软雅黑" panose="020B0503020204020204" charset="-122"/>
                <a:ea typeface="微软雅黑" panose="020B0503020204020204" charset="-122"/>
                <a:cs typeface="微软雅黑" panose="020B0503020204020204" charset="-122"/>
              </a:rPr>
              <a:t>20k–100k 中位数 0.000425；400k–500k 为 0.0402</a:t>
            </a:r>
            <a:endParaRPr sz="165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9" name="实际探索计划及 progress.csv 损失；不插补缺失记录。平滑窗口为 20 个有效日"/>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实际探索计划及 progress.csv 损失；不插补缺失记录。平滑窗口为 20 个有效日志点，不是固定步数。</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2">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3"/>
          <a:stretch>
            <a:fillRect/>
          </a:stretch>
        </p:blipFill>
        <p:spPr>
          <a:xfrm>
            <a:off x="344170" y="333375"/>
            <a:ext cx="2924175" cy="666750"/>
          </a:xfrm>
          <a:prstGeom prst="rect">
            <a:avLst/>
          </a:prstGeom>
        </p:spPr>
      </p:pic>
      <p:sp>
        <p:nvSpPr>
          <p:cNvPr id="8" name="恢复实验：两种尝试均未超过起点"/>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恢复实验：两种尝试均未超过起点</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12"/>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12</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graphicFrame>
        <p:nvGraphicFramePr>
          <p:cNvPr id="11" name="表格 10"/>
          <p:cNvGraphicFramePr/>
          <p:nvPr/>
        </p:nvGraphicFramePr>
        <p:xfrm>
          <a:off x="523875" y="2085975"/>
          <a:ext cx="11125200" cy="2695578"/>
        </p:xfrm>
        <a:graphic>
          <a:graphicData uri="http://schemas.openxmlformats.org/drawingml/2006/table">
            <a:tbl>
              <a:tblPr/>
              <a:tblGrid>
                <a:gridCol w="2857500"/>
                <a:gridCol w="4133850"/>
                <a:gridCol w="4133850"/>
              </a:tblGrid>
              <a:tr h="449263">
                <a:tc>
                  <a:txBody>
                    <a:bodyPr wrap="square">
                      <a:spAutoFit/>
                    </a:bodyPr>
                    <a:lstStyle/>
                    <a:p>
                      <a:pPr algn="l"/>
                      <a:r>
                        <a:rPr sz="1650" b="1">
                          <a:solidFill>
                            <a:srgbClr val="FFFFFF"/>
                          </a:solidFill>
                          <a:latin typeface="微软雅黑" panose="020B0503020204020204" charset="-122"/>
                          <a:ea typeface="微软雅黑" panose="020B0503020204020204" charset="-122"/>
                          <a:cs typeface="微软雅黑" panose="020B0503020204020204" charset="-122"/>
                        </a:rPr>
                        <a:t>设置</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三步恢复</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一步扩大回放</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r>
              <a:tr h="4492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起点</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续训 25k 最佳模型</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同一最佳模型</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4492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回报跨度 / 回放</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3 步 / 150k</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1 步 / 150k</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4492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预热 / 早停耐心</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20k / 3 次未改善</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20k / 3 次未改善</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4492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实际新增训练</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50k（预算 100k）</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50k（预算 100k）</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4492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起点 / 结束均分</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283.48 / 187.78</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283.48 / 216.94</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bl>
          </a:graphicData>
        </a:graphic>
      </p:graphicFrame>
      <p:graphicFrame>
        <p:nvGraphicFramePr>
          <p:cNvPr id="12" name="Chart"/>
          <p:cNvGraphicFramePr/>
          <p:nvPr/>
        </p:nvGraphicFramePr>
        <p:xfrm>
          <a:off x="523875" y="4972050"/>
          <a:ext cx="5619750" cy="1209675"/>
        </p:xfrm>
        <a:graphic>
          <a:graphicData uri="http://schemas.openxmlformats.org/drawingml/2006/chart">
            <c:chart xmlns:c="http://schemas.openxmlformats.org/drawingml/2006/chart" xmlns:r="http://schemas.openxmlformats.org/officeDocument/2006/relationships" r:id="rId1"/>
          </a:graphicData>
        </a:graphic>
      </p:graphicFrame>
      <p:sp>
        <p:nvSpPr>
          <p:cNvPr id="13" name="共同结论"/>
          <p:cNvSpPr>
            <a:spLocks noGrp="1"/>
          </p:cNvSpPr>
          <p:nvPr/>
        </p:nvSpPr>
        <p:spPr>
          <a:xfrm>
            <a:off x="6667500" y="5010150"/>
            <a:ext cx="4762500"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共同结论</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4" name="均未超过起点，保留已有最佳模型。&#10;三步实验同时扩大回放，不能单独归因。"/>
          <p:cNvSpPr>
            <a:spLocks noGrp="1"/>
          </p:cNvSpPr>
          <p:nvPr/>
        </p:nvSpPr>
        <p:spPr>
          <a:xfrm>
            <a:off x="6667500" y="5448300"/>
            <a:ext cx="4953000" cy="742950"/>
          </a:xfrm>
          <a:prstGeom prst="rect">
            <a:avLst/>
          </a:prstGeom>
          <a:noFill/>
          <a:ln w="0">
            <a:noFill/>
          </a:ln>
        </p:spPr>
        <p:txBody>
          <a:bodyPr wrap="square" lIns="0" tIns="0" rIns="0" bIns="0" anchor="t">
            <a:noAutofit/>
          </a:bodyPr>
          <a:lstStyle>
            <a:defPPr algn="l">
              <a:defRPr sz="180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80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80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80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80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80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80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80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80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80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800" b="0">
                <a:solidFill>
                  <a:srgbClr val="1B2938"/>
                </a:solidFill>
                <a:latin typeface="微软雅黑" panose="020B0503020204020204" charset="-122"/>
                <a:ea typeface="微软雅黑" panose="020B0503020204020204" charset="-122"/>
                <a:cs typeface="微软雅黑" panose="020B0503020204020204" charset="-122"/>
              </a:defRPr>
            </a:pPr>
            <a:r>
              <a:rPr sz="1800" b="0">
                <a:solidFill>
                  <a:srgbClr val="1B2938"/>
                </a:solidFill>
                <a:latin typeface="微软雅黑" panose="020B0503020204020204" charset="-122"/>
                <a:ea typeface="微软雅黑" panose="020B0503020204020204" charset="-122"/>
                <a:cs typeface="微软雅黑" panose="020B0503020204020204" charset="-122"/>
              </a:rPr>
              <a:t>均未超过起点，保留已有最佳模型。</a:t>
            </a:r>
            <a:endParaRPr sz="1800" b="0">
              <a:solidFill>
                <a:srgbClr val="1B2938"/>
              </a:solidFill>
              <a:latin typeface="微软雅黑" panose="020B0503020204020204" charset="-122"/>
              <a:ea typeface="微软雅黑" panose="020B0503020204020204" charset="-122"/>
              <a:cs typeface="微软雅黑" panose="020B0503020204020204" charset="-122"/>
            </a:endParaRPr>
          </a:p>
          <a:p>
            <a:pPr algn="l">
              <a:defRPr sz="1800" b="0">
                <a:solidFill>
                  <a:srgbClr val="1B2938"/>
                </a:solidFill>
                <a:latin typeface="微软雅黑" panose="020B0503020204020204" charset="-122"/>
                <a:ea typeface="微软雅黑" panose="020B0503020204020204" charset="-122"/>
                <a:cs typeface="微软雅黑" panose="020B0503020204020204" charset="-122"/>
              </a:defRPr>
            </a:pPr>
            <a:r>
              <a:rPr sz="1800" b="0">
                <a:solidFill>
                  <a:srgbClr val="1B2938"/>
                </a:solidFill>
                <a:latin typeface="微软雅黑" panose="020B0503020204020204" charset="-122"/>
                <a:ea typeface="微软雅黑" panose="020B0503020204020204" charset="-122"/>
                <a:cs typeface="微软雅黑" panose="020B0503020204020204" charset="-122"/>
              </a:rPr>
              <a:t>三步实验同时扩大回放，不能单独归因。</a:t>
            </a:r>
            <a:endParaRPr sz="180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5" name="两个分支各自计步，回调每次 50 局；早停保护训练产物，并不使算法更新具有单调改善保证。"/>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两个分支各自计步，回调每次 50 局；早停保护训练产物，并不使算法更新具有单调改善保证。</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1">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2"/>
          <a:stretch>
            <a:fillRect/>
          </a:stretch>
        </p:blipFill>
        <p:spPr>
          <a:xfrm>
            <a:off x="344170" y="333375"/>
            <a:ext cx="2924175" cy="666750"/>
          </a:xfrm>
          <a:prstGeom prst="rect">
            <a:avLst/>
          </a:prstGeom>
        </p:spPr>
      </p:pic>
      <p:sp>
        <p:nvSpPr>
          <p:cNvPr id="8" name="评估协议：不同用途的分数分开报告"/>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评估协议：不同用途的分数分开报告</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13"/>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13</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graphicFrame>
        <p:nvGraphicFramePr>
          <p:cNvPr id="11" name="表格 10"/>
          <p:cNvGraphicFramePr/>
          <p:nvPr/>
        </p:nvGraphicFramePr>
        <p:xfrm>
          <a:off x="523875" y="2076450"/>
          <a:ext cx="11125200" cy="3276600"/>
        </p:xfrm>
        <a:graphic>
          <a:graphicData uri="http://schemas.openxmlformats.org/drawingml/2006/table">
            <a:tbl>
              <a:tblPr/>
              <a:tblGrid>
                <a:gridCol w="2047875"/>
                <a:gridCol w="4191000"/>
                <a:gridCol w="4886325"/>
              </a:tblGrid>
              <a:tr h="655320">
                <a:tc>
                  <a:txBody>
                    <a:bodyPr wrap="square">
                      <a:spAutoFit/>
                    </a:bodyPr>
                    <a:lstStyle/>
                    <a:p>
                      <a:pPr algn="l"/>
                      <a:r>
                        <a:rPr sz="1650" b="1">
                          <a:solidFill>
                            <a:srgbClr val="FFFFFF"/>
                          </a:solidFill>
                          <a:latin typeface="微软雅黑" panose="020B0503020204020204" charset="-122"/>
                          <a:ea typeface="微软雅黑" panose="020B0503020204020204" charset="-122"/>
                          <a:cs typeface="微软雅黑" panose="020B0503020204020204" charset="-122"/>
                        </a:rPr>
                        <a:t>记录</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评估方式</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用途与限制</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r>
              <a:tr h="655320">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训练回调</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seed=31000 初始化后连续游戏</a:t>
                      </a:r>
                      <a:endParaRPr sz="1650" b="0">
                        <a:solidFill>
                          <a:srgbClr val="1B2938"/>
                        </a:solidFill>
                        <a:latin typeface="微软雅黑" panose="020B0503020204020204" charset="-122"/>
                        <a:ea typeface="微软雅黑" panose="020B0503020204020204" charset="-122"/>
                        <a:cs typeface="微软雅黑" panose="020B0503020204020204" charset="-122"/>
                      </a:endParaRPr>
                    </a:p>
                    <a:p>
                      <a:pPr algn="ctr"/>
                      <a:r>
                        <a:rPr sz="1650" b="0">
                          <a:solidFill>
                            <a:srgbClr val="1B2938"/>
                          </a:solidFill>
                          <a:latin typeface="微软雅黑" panose="020B0503020204020204" charset="-122"/>
                          <a:ea typeface="微软雅黑" panose="020B0503020204020204" charset="-122"/>
                          <a:cs typeface="微软雅黑" panose="020B0503020204020204" charset="-122"/>
                        </a:rPr>
                        <a:t>基础每次 20 局，其余 50 局</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选模开发数据，不是逐局固定 31000–31049</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655320">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候选节点复核</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40000–40049，逐局重置，共 50 局</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比较基础 300k / 350k / 500k</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655320">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报告核心复测</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42000–42029，逐局重置，共 30 局</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最佳与最终模型配对比较，仍属开发</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655320">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随机策略参考</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30000 起始，20 局，均分 0.60</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与核心复测种子、局数不同，不能配对</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bl>
          </a:graphicData>
        </a:graphic>
      </p:graphicFrame>
      <p:sp>
        <p:nvSpPr>
          <p:cNvPr id="12" name="统一条件"/>
          <p:cNvSpPr>
            <a:spLocks noGrp="1"/>
          </p:cNvSpPr>
          <p:nvPr/>
        </p:nvSpPr>
        <p:spPr>
          <a:xfrm>
            <a:off x="523875" y="5638800"/>
            <a:ext cx="1905000" cy="333375"/>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统一条件</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3" name="同一物理版本与预处理，完整游戏回合，DQN 采用贪心策略且不更新参数。"/>
          <p:cNvSpPr>
            <a:spLocks noGrp="1"/>
          </p:cNvSpPr>
          <p:nvPr/>
        </p:nvSpPr>
        <p:spPr>
          <a:xfrm>
            <a:off x="2571750" y="5610225"/>
            <a:ext cx="9048750" cy="619125"/>
          </a:xfrm>
          <a:prstGeom prst="rect">
            <a:avLst/>
          </a:prstGeom>
          <a:noFill/>
          <a:ln w="0">
            <a:noFill/>
          </a:ln>
        </p:spPr>
        <p:txBody>
          <a:bodyPr wrap="square" lIns="0" tIns="0" rIns="0" bIns="0" anchor="t">
            <a:noAutofit/>
          </a:bodyPr>
          <a:lstStyle>
            <a:defPPr algn="l">
              <a:defRPr sz="180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80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80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80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80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80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80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80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80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80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800" b="0">
                <a:solidFill>
                  <a:srgbClr val="1B2938"/>
                </a:solidFill>
                <a:latin typeface="微软雅黑" panose="020B0503020204020204" charset="-122"/>
                <a:ea typeface="微软雅黑" panose="020B0503020204020204" charset="-122"/>
                <a:cs typeface="微软雅黑" panose="020B0503020204020204" charset="-122"/>
              </a:defRPr>
            </a:pPr>
            <a:r>
              <a:rPr sz="1800" b="0">
                <a:solidFill>
                  <a:srgbClr val="1B2938"/>
                </a:solidFill>
                <a:latin typeface="微软雅黑" panose="020B0503020204020204" charset="-122"/>
                <a:ea typeface="微软雅黑" panose="020B0503020204020204" charset="-122"/>
                <a:cs typeface="微软雅黑" panose="020B0503020204020204" charset="-122"/>
              </a:rPr>
              <a:t>同一物理版本与预处理，完整游戏回合，DQN 采用贪心策略且不更新参数。</a:t>
            </a:r>
            <a:endParaRPr sz="180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4" name="最终留出测试、同种子 Random 对照、多训练种子重复尚未齐备；不将开发分数表述为最终泛"/>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最终留出测试、同种子 Random 对照、多训练种子重复尚未齐备；不将开发分数表述为最终泛化成绩。</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2">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3"/>
          <a:stretch>
            <a:fillRect/>
          </a:stretch>
        </p:blipFill>
        <p:spPr>
          <a:xfrm>
            <a:off x="344170" y="333375"/>
            <a:ext cx="2924175" cy="666750"/>
          </a:xfrm>
          <a:prstGeom prst="rect">
            <a:avLst/>
          </a:prstGeom>
        </p:spPr>
      </p:pic>
      <p:sp>
        <p:nvSpPr>
          <p:cNvPr id="8" name="同种子复测：最佳模型在 28/30 局胜出"/>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同种子复测：最佳模型在 28/30 局胜出</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14"/>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14</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1" name="同一开局种子的逐局得分"/>
          <p:cNvSpPr>
            <a:spLocks noGrp="1"/>
          </p:cNvSpPr>
          <p:nvPr/>
        </p:nvSpPr>
        <p:spPr>
          <a:xfrm>
            <a:off x="523875" y="2066925"/>
            <a:ext cx="6705600" cy="323850"/>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同一开局种子的逐局得分</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graphicFrame>
        <p:nvGraphicFramePr>
          <p:cNvPr id="12" name="Chart"/>
          <p:cNvGraphicFramePr/>
          <p:nvPr/>
        </p:nvGraphicFramePr>
        <p:xfrm>
          <a:off x="523875" y="2543175"/>
          <a:ext cx="7086600" cy="3209925"/>
        </p:xfrm>
        <a:graphic>
          <a:graphicData uri="http://schemas.openxmlformats.org/drawingml/2006/chart">
            <c:chart xmlns:c="http://schemas.openxmlformats.org/drawingml/2006/chart" xmlns:r="http://schemas.openxmlformats.org/officeDocument/2006/relationships" r:id="rId1"/>
          </a:graphicData>
        </a:graphic>
      </p:graphicFrame>
      <p:sp>
        <p:nvSpPr>
          <p:cNvPr id="13" name="横轴为种子编号减去 42000，连线仅辅助辨认"/>
          <p:cNvSpPr>
            <a:spLocks noGrp="1"/>
          </p:cNvSpPr>
          <p:nvPr/>
        </p:nvSpPr>
        <p:spPr>
          <a:xfrm>
            <a:off x="619125" y="5886450"/>
            <a:ext cx="6953250" cy="323850"/>
          </a:xfrm>
          <a:prstGeom prst="rect">
            <a:avLst/>
          </a:prstGeom>
          <a:noFill/>
          <a:ln w="0">
            <a:noFill/>
          </a:ln>
        </p:spPr>
        <p:txBody>
          <a:bodyPr wrap="square" lIns="0" tIns="0" rIns="0" bIns="0" anchor="t">
            <a:noAutofit/>
          </a:bodyPr>
          <a:lstStyle>
            <a:defPPr algn="ctr">
              <a:defRPr sz="1350" b="0">
                <a:solidFill>
                  <a:srgbClr val="5D6975"/>
                </a:solidFill>
                <a:latin typeface="微软雅黑" panose="020B0503020204020204" charset="-122"/>
                <a:ea typeface="微软雅黑" panose="020B0503020204020204" charset="-122"/>
                <a:cs typeface="微软雅黑" panose="020B0503020204020204" charset="-122"/>
              </a:defRPr>
            </a:defPPr>
            <a:lvl1pPr algn="ctr">
              <a:defRPr sz="1350" b="0">
                <a:solidFill>
                  <a:srgbClr val="5D6975"/>
                </a:solidFill>
                <a:latin typeface="微软雅黑" panose="020B0503020204020204" charset="-122"/>
                <a:ea typeface="微软雅黑" panose="020B0503020204020204" charset="-122"/>
                <a:cs typeface="微软雅黑" panose="020B0503020204020204" charset="-122"/>
              </a:defRPr>
            </a:lvl1pPr>
            <a:lvl2pPr algn="ctr">
              <a:defRPr sz="1350" b="0">
                <a:solidFill>
                  <a:srgbClr val="5D6975"/>
                </a:solidFill>
                <a:latin typeface="微软雅黑" panose="020B0503020204020204" charset="-122"/>
                <a:ea typeface="微软雅黑" panose="020B0503020204020204" charset="-122"/>
                <a:cs typeface="微软雅黑" panose="020B0503020204020204" charset="-122"/>
              </a:defRPr>
            </a:lvl2pPr>
            <a:lvl3pPr algn="ctr">
              <a:defRPr sz="1350" b="0">
                <a:solidFill>
                  <a:srgbClr val="5D6975"/>
                </a:solidFill>
                <a:latin typeface="微软雅黑" panose="020B0503020204020204" charset="-122"/>
                <a:ea typeface="微软雅黑" panose="020B0503020204020204" charset="-122"/>
                <a:cs typeface="微软雅黑" panose="020B0503020204020204" charset="-122"/>
              </a:defRPr>
            </a:lvl3pPr>
            <a:lvl4pPr algn="ctr">
              <a:defRPr sz="1350" b="0">
                <a:solidFill>
                  <a:srgbClr val="5D6975"/>
                </a:solidFill>
                <a:latin typeface="微软雅黑" panose="020B0503020204020204" charset="-122"/>
                <a:ea typeface="微软雅黑" panose="020B0503020204020204" charset="-122"/>
                <a:cs typeface="微软雅黑" panose="020B0503020204020204" charset="-122"/>
              </a:defRPr>
            </a:lvl4pPr>
            <a:lvl5pPr algn="ctr">
              <a:defRPr sz="1350" b="0">
                <a:solidFill>
                  <a:srgbClr val="5D6975"/>
                </a:solidFill>
                <a:latin typeface="微软雅黑" panose="020B0503020204020204" charset="-122"/>
                <a:ea typeface="微软雅黑" panose="020B0503020204020204" charset="-122"/>
                <a:cs typeface="微软雅黑" panose="020B0503020204020204" charset="-122"/>
              </a:defRPr>
            </a:lvl5pPr>
            <a:lvl6pPr algn="ctr">
              <a:defRPr sz="1350" b="0">
                <a:solidFill>
                  <a:srgbClr val="5D6975"/>
                </a:solidFill>
                <a:latin typeface="微软雅黑" panose="020B0503020204020204" charset="-122"/>
                <a:ea typeface="微软雅黑" panose="020B0503020204020204" charset="-122"/>
                <a:cs typeface="微软雅黑" panose="020B0503020204020204" charset="-122"/>
              </a:defRPr>
            </a:lvl6pPr>
            <a:lvl7pPr algn="ctr">
              <a:defRPr sz="1350" b="0">
                <a:solidFill>
                  <a:srgbClr val="5D6975"/>
                </a:solidFill>
                <a:latin typeface="微软雅黑" panose="020B0503020204020204" charset="-122"/>
                <a:ea typeface="微软雅黑" panose="020B0503020204020204" charset="-122"/>
                <a:cs typeface="微软雅黑" panose="020B0503020204020204" charset="-122"/>
              </a:defRPr>
            </a:lvl7pPr>
            <a:lvl8pPr algn="ctr">
              <a:defRPr sz="1350" b="0">
                <a:solidFill>
                  <a:srgbClr val="5D6975"/>
                </a:solidFill>
                <a:latin typeface="微软雅黑" panose="020B0503020204020204" charset="-122"/>
                <a:ea typeface="微软雅黑" panose="020B0503020204020204" charset="-122"/>
                <a:cs typeface="微软雅黑" panose="020B0503020204020204" charset="-122"/>
              </a:defRPr>
            </a:lvl8pPr>
            <a:lvl9pPr algn="ctr">
              <a:defRPr sz="1350" b="0">
                <a:solidFill>
                  <a:srgbClr val="5D6975"/>
                </a:solidFill>
                <a:latin typeface="微软雅黑" panose="020B0503020204020204" charset="-122"/>
                <a:ea typeface="微软雅黑" panose="020B0503020204020204" charset="-122"/>
                <a:cs typeface="微软雅黑" panose="020B0503020204020204" charset="-122"/>
              </a:defRPr>
            </a:lvl9pPr>
          </a:lstStyle>
          <a:p>
            <a:pPr algn="ctr">
              <a:defRPr sz="1350" b="0">
                <a:solidFill>
                  <a:srgbClr val="5D6975"/>
                </a:solidFill>
                <a:latin typeface="微软雅黑" panose="020B0503020204020204" charset="-122"/>
                <a:ea typeface="微软雅黑" panose="020B0503020204020204" charset="-122"/>
                <a:cs typeface="微软雅黑" panose="020B0503020204020204" charset="-122"/>
              </a:defRPr>
            </a:pPr>
            <a:r>
              <a:rPr sz="1350" b="0">
                <a:solidFill>
                  <a:srgbClr val="5D6975"/>
                </a:solidFill>
                <a:latin typeface="微软雅黑" panose="020B0503020204020204" charset="-122"/>
                <a:ea typeface="微软雅黑" panose="020B0503020204020204" charset="-122"/>
                <a:cs typeface="微软雅黑" panose="020B0503020204020204" charset="-122"/>
              </a:rPr>
              <a:t>横轴为种子编号减去 42000，连线仅辅助辨认</a:t>
            </a:r>
            <a:endParaRPr sz="1350" b="0">
              <a:solidFill>
                <a:srgbClr val="5D6975"/>
              </a:solidFill>
              <a:latin typeface="微软雅黑" panose="020B0503020204020204" charset="-122"/>
              <a:ea typeface="微软雅黑" panose="020B0503020204020204" charset="-122"/>
              <a:cs typeface="微软雅黑" panose="020B0503020204020204" charset="-122"/>
            </a:endParaRPr>
          </a:p>
        </p:txBody>
      </p:sp>
      <p:graphicFrame>
        <p:nvGraphicFramePr>
          <p:cNvPr id="14" name="表格 13"/>
          <p:cNvGraphicFramePr/>
          <p:nvPr/>
        </p:nvGraphicFramePr>
        <p:xfrm>
          <a:off x="7972425" y="2133600"/>
          <a:ext cx="3686175" cy="2238376"/>
        </p:xfrm>
        <a:graphic>
          <a:graphicData uri="http://schemas.openxmlformats.org/drawingml/2006/table">
            <a:tbl>
              <a:tblPr/>
              <a:tblGrid>
                <a:gridCol w="1285875"/>
                <a:gridCol w="1200150"/>
                <a:gridCol w="1200150"/>
              </a:tblGrid>
              <a:tr h="559594">
                <a:tc>
                  <a:txBody>
                    <a:bodyPr wrap="square">
                      <a:spAutoFit/>
                    </a:bodyPr>
                    <a:lstStyle/>
                    <a:p>
                      <a:pPr algn="l"/>
                      <a:r>
                        <a:rPr sz="1650" b="1">
                          <a:solidFill>
                            <a:srgbClr val="FFFFFF"/>
                          </a:solidFill>
                          <a:latin typeface="微软雅黑" panose="020B0503020204020204" charset="-122"/>
                          <a:ea typeface="微软雅黑" panose="020B0503020204020204" charset="-122"/>
                          <a:cs typeface="微软雅黑" panose="020B0503020204020204" charset="-122"/>
                        </a:rPr>
                        <a:t>指标</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最佳</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最终</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r>
              <a:tr h="559594">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均分</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260.27</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122.40</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559594">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中位数</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257.00</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101.50</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559594">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标准差</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103.75</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90.63</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bl>
          </a:graphicData>
        </a:graphic>
      </p:graphicFrame>
      <p:sp>
        <p:nvSpPr>
          <p:cNvPr id="15" name="28 / 30 局胜出"/>
          <p:cNvSpPr>
            <a:spLocks noGrp="1"/>
          </p:cNvSpPr>
          <p:nvPr/>
        </p:nvSpPr>
        <p:spPr>
          <a:xfrm>
            <a:off x="7972425" y="4705350"/>
            <a:ext cx="3686175" cy="428625"/>
          </a:xfrm>
          <a:prstGeom prst="rect">
            <a:avLst/>
          </a:prstGeom>
          <a:noFill/>
          <a:ln w="0">
            <a:noFill/>
          </a:ln>
        </p:spPr>
        <p:txBody>
          <a:bodyPr wrap="square" lIns="0" tIns="0" rIns="0" bIns="0" anchor="t">
            <a:noAutofit/>
          </a:bodyPr>
          <a:lstStyle>
            <a:defPPr algn="l">
              <a:defRPr sz="25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25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25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25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25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25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25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25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25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25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2550" b="1">
                <a:solidFill>
                  <a:srgbClr val="065980"/>
                </a:solidFill>
                <a:latin typeface="微软雅黑" panose="020B0503020204020204" charset="-122"/>
                <a:ea typeface="微软雅黑" panose="020B0503020204020204" charset="-122"/>
                <a:cs typeface="微软雅黑" panose="020B0503020204020204" charset="-122"/>
              </a:defRPr>
            </a:pPr>
            <a:r>
              <a:rPr sz="2550" b="1">
                <a:solidFill>
                  <a:srgbClr val="065980"/>
                </a:solidFill>
                <a:latin typeface="微软雅黑" panose="020B0503020204020204" charset="-122"/>
                <a:ea typeface="微软雅黑" panose="020B0503020204020204" charset="-122"/>
                <a:cs typeface="微软雅黑" panose="020B0503020204020204" charset="-122"/>
              </a:rPr>
              <a:t>28 / 30 局胜出</a:t>
            </a:r>
            <a:endParaRPr sz="25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6" name="平均配对差 +137.87 分"/>
          <p:cNvSpPr>
            <a:spLocks noGrp="1"/>
          </p:cNvSpPr>
          <p:nvPr/>
        </p:nvSpPr>
        <p:spPr>
          <a:xfrm>
            <a:off x="7972425" y="5305425"/>
            <a:ext cx="3686175" cy="361950"/>
          </a:xfrm>
          <a:prstGeom prst="rect">
            <a:avLst/>
          </a:prstGeom>
          <a:noFill/>
          <a:ln w="0">
            <a:noFill/>
          </a:ln>
        </p:spPr>
        <p:txBody>
          <a:bodyPr wrap="square" lIns="0" tIns="0" rIns="0" bIns="0" anchor="t">
            <a:noAutofit/>
          </a:bodyPr>
          <a:lstStyle>
            <a:defPPr algn="l">
              <a:defRPr sz="2025" b="1">
                <a:solidFill>
                  <a:srgbClr val="287F77"/>
                </a:solidFill>
                <a:latin typeface="微软雅黑" panose="020B0503020204020204" charset="-122"/>
                <a:ea typeface="微软雅黑" panose="020B0503020204020204" charset="-122"/>
                <a:cs typeface="微软雅黑" panose="020B0503020204020204" charset="-122"/>
              </a:defRPr>
            </a:defPPr>
            <a:lvl1pPr algn="l">
              <a:defRPr sz="2025" b="1">
                <a:solidFill>
                  <a:srgbClr val="287F77"/>
                </a:solidFill>
                <a:latin typeface="微软雅黑" panose="020B0503020204020204" charset="-122"/>
                <a:ea typeface="微软雅黑" panose="020B0503020204020204" charset="-122"/>
                <a:cs typeface="微软雅黑" panose="020B0503020204020204" charset="-122"/>
              </a:defRPr>
            </a:lvl1pPr>
            <a:lvl2pPr algn="l">
              <a:defRPr sz="2025" b="1">
                <a:solidFill>
                  <a:srgbClr val="287F77"/>
                </a:solidFill>
                <a:latin typeface="微软雅黑" panose="020B0503020204020204" charset="-122"/>
                <a:ea typeface="微软雅黑" panose="020B0503020204020204" charset="-122"/>
                <a:cs typeface="微软雅黑" panose="020B0503020204020204" charset="-122"/>
              </a:defRPr>
            </a:lvl2pPr>
            <a:lvl3pPr algn="l">
              <a:defRPr sz="2025" b="1">
                <a:solidFill>
                  <a:srgbClr val="287F77"/>
                </a:solidFill>
                <a:latin typeface="微软雅黑" panose="020B0503020204020204" charset="-122"/>
                <a:ea typeface="微软雅黑" panose="020B0503020204020204" charset="-122"/>
                <a:cs typeface="微软雅黑" panose="020B0503020204020204" charset="-122"/>
              </a:defRPr>
            </a:lvl3pPr>
            <a:lvl4pPr algn="l">
              <a:defRPr sz="2025" b="1">
                <a:solidFill>
                  <a:srgbClr val="287F77"/>
                </a:solidFill>
                <a:latin typeface="微软雅黑" panose="020B0503020204020204" charset="-122"/>
                <a:ea typeface="微软雅黑" panose="020B0503020204020204" charset="-122"/>
                <a:cs typeface="微软雅黑" panose="020B0503020204020204" charset="-122"/>
              </a:defRPr>
            </a:lvl4pPr>
            <a:lvl5pPr algn="l">
              <a:defRPr sz="2025" b="1">
                <a:solidFill>
                  <a:srgbClr val="287F77"/>
                </a:solidFill>
                <a:latin typeface="微软雅黑" panose="020B0503020204020204" charset="-122"/>
                <a:ea typeface="微软雅黑" panose="020B0503020204020204" charset="-122"/>
                <a:cs typeface="微软雅黑" panose="020B0503020204020204" charset="-122"/>
              </a:defRPr>
            </a:lvl5pPr>
            <a:lvl6pPr algn="l">
              <a:defRPr sz="2025" b="1">
                <a:solidFill>
                  <a:srgbClr val="287F77"/>
                </a:solidFill>
                <a:latin typeface="微软雅黑" panose="020B0503020204020204" charset="-122"/>
                <a:ea typeface="微软雅黑" panose="020B0503020204020204" charset="-122"/>
                <a:cs typeface="微软雅黑" panose="020B0503020204020204" charset="-122"/>
              </a:defRPr>
            </a:lvl6pPr>
            <a:lvl7pPr algn="l">
              <a:defRPr sz="2025" b="1">
                <a:solidFill>
                  <a:srgbClr val="287F77"/>
                </a:solidFill>
                <a:latin typeface="微软雅黑" panose="020B0503020204020204" charset="-122"/>
                <a:ea typeface="微软雅黑" panose="020B0503020204020204" charset="-122"/>
                <a:cs typeface="微软雅黑" panose="020B0503020204020204" charset="-122"/>
              </a:defRPr>
            </a:lvl7pPr>
            <a:lvl8pPr algn="l">
              <a:defRPr sz="2025" b="1">
                <a:solidFill>
                  <a:srgbClr val="287F77"/>
                </a:solidFill>
                <a:latin typeface="微软雅黑" panose="020B0503020204020204" charset="-122"/>
                <a:ea typeface="微软雅黑" panose="020B0503020204020204" charset="-122"/>
                <a:cs typeface="微软雅黑" panose="020B0503020204020204" charset="-122"/>
              </a:defRPr>
            </a:lvl8pPr>
            <a:lvl9pPr algn="l">
              <a:defRPr sz="2025" b="1">
                <a:solidFill>
                  <a:srgbClr val="287F77"/>
                </a:solidFill>
                <a:latin typeface="微软雅黑" panose="020B0503020204020204" charset="-122"/>
                <a:ea typeface="微软雅黑" panose="020B0503020204020204" charset="-122"/>
                <a:cs typeface="微软雅黑" panose="020B0503020204020204" charset="-122"/>
              </a:defRPr>
            </a:lvl9pPr>
          </a:lstStyle>
          <a:p>
            <a:pPr algn="l">
              <a:defRPr sz="2025" b="1">
                <a:solidFill>
                  <a:srgbClr val="287F77"/>
                </a:solidFill>
                <a:latin typeface="微软雅黑" panose="020B0503020204020204" charset="-122"/>
                <a:ea typeface="微软雅黑" panose="020B0503020204020204" charset="-122"/>
                <a:cs typeface="微软雅黑" panose="020B0503020204020204" charset="-122"/>
              </a:defRPr>
            </a:pPr>
            <a:r>
              <a:rPr sz="2025" b="1">
                <a:solidFill>
                  <a:srgbClr val="287F77"/>
                </a:solidFill>
                <a:latin typeface="微软雅黑" panose="020B0503020204020204" charset="-122"/>
                <a:ea typeface="微软雅黑" panose="020B0503020204020204" charset="-122"/>
                <a:cs typeface="微软雅黑" panose="020B0503020204020204" charset="-122"/>
              </a:rPr>
              <a:t>平均配对差 +137.87 分</a:t>
            </a:r>
            <a:endParaRPr sz="2025" b="1">
              <a:solidFill>
                <a:srgbClr val="287F77"/>
              </a:solidFill>
              <a:latin typeface="微软雅黑" panose="020B0503020204020204" charset="-122"/>
              <a:ea typeface="微软雅黑" panose="020B0503020204020204" charset="-122"/>
              <a:cs typeface="微软雅黑" panose="020B0503020204020204" charset="-122"/>
            </a:endParaRPr>
          </a:p>
        </p:txBody>
      </p:sp>
      <p:sp>
        <p:nvSpPr>
          <p:cNvPr id="17" name="均分相对终点提高 112.64%"/>
          <p:cNvSpPr>
            <a:spLocks noGrp="1"/>
          </p:cNvSpPr>
          <p:nvPr/>
        </p:nvSpPr>
        <p:spPr>
          <a:xfrm>
            <a:off x="7972425" y="5848350"/>
            <a:ext cx="3686175" cy="304800"/>
          </a:xfrm>
          <a:prstGeom prst="rect">
            <a:avLst/>
          </a:prstGeom>
          <a:noFill/>
          <a:ln w="0">
            <a:noFill/>
          </a:ln>
        </p:spPr>
        <p:txBody>
          <a:bodyPr wrap="square" lIns="0" tIns="0" rIns="0" bIns="0" anchor="t">
            <a:noAutofit/>
          </a:bodyPr>
          <a:lstStyle>
            <a:defPPr algn="l">
              <a:defRPr sz="1575" b="0">
                <a:solidFill>
                  <a:srgbClr val="1B2938"/>
                </a:solidFill>
                <a:latin typeface="微软雅黑" panose="020B0503020204020204" charset="-122"/>
                <a:ea typeface="微软雅黑" panose="020B0503020204020204" charset="-122"/>
                <a:cs typeface="微软雅黑" panose="020B0503020204020204" charset="-122"/>
              </a:defRPr>
            </a:defPPr>
            <a:lvl1pPr algn="l">
              <a:defRPr sz="1575"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575"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575"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575"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575"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575"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575"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575"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575"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575" b="0">
                <a:solidFill>
                  <a:srgbClr val="1B2938"/>
                </a:solidFill>
                <a:latin typeface="微软雅黑" panose="020B0503020204020204" charset="-122"/>
                <a:ea typeface="微软雅黑" panose="020B0503020204020204" charset="-122"/>
                <a:cs typeface="微软雅黑" panose="020B0503020204020204" charset="-122"/>
              </a:defRPr>
            </a:pPr>
            <a:r>
              <a:rPr sz="1575" b="0">
                <a:solidFill>
                  <a:srgbClr val="1B2938"/>
                </a:solidFill>
                <a:latin typeface="微软雅黑" panose="020B0503020204020204" charset="-122"/>
                <a:ea typeface="微软雅黑" panose="020B0503020204020204" charset="-122"/>
                <a:cs typeface="微软雅黑" panose="020B0503020204020204" charset="-122"/>
              </a:rPr>
              <a:t>均分相对终点提高 112.64%</a:t>
            </a:r>
            <a:endParaRPr sz="1575"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8" name="固定两模型权重，30 个开发种子，CPU 贪心评估；两模型均来自 refine_200k，"/>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固定两模型权重，30 个开发种子，CPU 贪心评估；两模型均来自 refine_200k，不是与随机策略比较。</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2">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3"/>
          <a:stretch>
            <a:fillRect/>
          </a:stretch>
        </p:blipFill>
        <p:spPr>
          <a:xfrm>
            <a:off x="344170" y="333375"/>
            <a:ext cx="2924175" cy="666750"/>
          </a:xfrm>
          <a:prstGeom prst="rect">
            <a:avLst/>
          </a:prstGeom>
        </p:spPr>
      </p:pic>
      <p:sp>
        <p:nvSpPr>
          <p:cNvPr id="8" name="低分风险下降，但仍有失效开局"/>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低分风险下降，但仍有失效开局</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15"/>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15</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graphicFrame>
        <p:nvGraphicFramePr>
          <p:cNvPr id="11" name="表格 10"/>
          <p:cNvGraphicFramePr/>
          <p:nvPr/>
        </p:nvGraphicFramePr>
        <p:xfrm>
          <a:off x="523875" y="2095500"/>
          <a:ext cx="4762500" cy="2895600"/>
        </p:xfrm>
        <a:graphic>
          <a:graphicData uri="http://schemas.openxmlformats.org/drawingml/2006/table">
            <a:tbl>
              <a:tblPr/>
              <a:tblGrid>
                <a:gridCol w="2228850"/>
                <a:gridCol w="1266825"/>
                <a:gridCol w="1266825"/>
              </a:tblGrid>
              <a:tr h="482600">
                <a:tc>
                  <a:txBody>
                    <a:bodyPr wrap="square">
                      <a:spAutoFit/>
                    </a:bodyPr>
                    <a:lstStyle/>
                    <a:p>
                      <a:pPr algn="l"/>
                      <a:r>
                        <a:rPr sz="1650" b="1">
                          <a:solidFill>
                            <a:srgbClr val="FFFFFF"/>
                          </a:solidFill>
                          <a:latin typeface="微软雅黑" panose="020B0503020204020204" charset="-122"/>
                          <a:ea typeface="微软雅黑" panose="020B0503020204020204" charset="-122"/>
                          <a:cs typeface="微软雅黑" panose="020B0503020204020204" charset="-122"/>
                        </a:rPr>
                        <a:t>风险指标</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最佳</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最终</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r>
              <a:tr h="482600">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第 25 百分位</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210.00</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36.75</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482600">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低于 50 分</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1/30</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9/30</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482600">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低分比例</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3.33%</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30.00%</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482600">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最低—最高分</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36—444</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3—345</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482600">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完整通关</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0/30</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0/30</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bl>
          </a:graphicData>
        </a:graphic>
      </p:graphicFrame>
      <p:sp>
        <p:nvSpPr>
          <p:cNvPr id="12" name="逐种子配对差（由小到大）"/>
          <p:cNvSpPr>
            <a:spLocks noGrp="1"/>
          </p:cNvSpPr>
          <p:nvPr/>
        </p:nvSpPr>
        <p:spPr>
          <a:xfrm>
            <a:off x="5743575" y="2095500"/>
            <a:ext cx="5905500" cy="342900"/>
          </a:xfrm>
          <a:prstGeom prst="rect">
            <a:avLst/>
          </a:prstGeom>
          <a:noFill/>
          <a:ln w="0">
            <a:noFill/>
          </a:ln>
        </p:spPr>
        <p:txBody>
          <a:bodyPr wrap="square" lIns="0" tIns="0" rIns="0" bIns="0" anchor="t">
            <a:noAutofit/>
          </a:bodyPr>
          <a:lstStyle>
            <a:defPPr algn="l">
              <a:defRPr sz="187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7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7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7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7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7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7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7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7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7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75" b="1">
                <a:solidFill>
                  <a:srgbClr val="065980"/>
                </a:solidFill>
                <a:latin typeface="微软雅黑" panose="020B0503020204020204" charset="-122"/>
                <a:ea typeface="微软雅黑" panose="020B0503020204020204" charset="-122"/>
                <a:cs typeface="微软雅黑" panose="020B0503020204020204" charset="-122"/>
              </a:defRPr>
            </a:pPr>
            <a:r>
              <a:rPr sz="1875" b="1">
                <a:solidFill>
                  <a:srgbClr val="065980"/>
                </a:solidFill>
                <a:latin typeface="微软雅黑" panose="020B0503020204020204" charset="-122"/>
                <a:ea typeface="微软雅黑" panose="020B0503020204020204" charset="-122"/>
                <a:cs typeface="微软雅黑" panose="020B0503020204020204" charset="-122"/>
              </a:rPr>
              <a:t>逐种子配对差（由小到大）</a:t>
            </a:r>
            <a:endParaRPr sz="1875" b="1">
              <a:solidFill>
                <a:srgbClr val="065980"/>
              </a:solidFill>
              <a:latin typeface="微软雅黑" panose="020B0503020204020204" charset="-122"/>
              <a:ea typeface="微软雅黑" panose="020B0503020204020204" charset="-122"/>
              <a:cs typeface="微软雅黑" panose="020B0503020204020204" charset="-122"/>
            </a:endParaRPr>
          </a:p>
        </p:txBody>
      </p:sp>
      <p:graphicFrame>
        <p:nvGraphicFramePr>
          <p:cNvPr id="13" name="Chart"/>
          <p:cNvGraphicFramePr/>
          <p:nvPr/>
        </p:nvGraphicFramePr>
        <p:xfrm>
          <a:off x="5743575" y="2609850"/>
          <a:ext cx="5905500" cy="2476500"/>
        </p:xfrm>
        <a:graphic>
          <a:graphicData uri="http://schemas.openxmlformats.org/drawingml/2006/chart">
            <c:chart xmlns:c="http://schemas.openxmlformats.org/drawingml/2006/chart" xmlns:r="http://schemas.openxmlformats.org/officeDocument/2006/relationships" r:id="rId1"/>
          </a:graphicData>
        </a:graphic>
      </p:graphicFrame>
      <p:sp>
        <p:nvSpPr>
          <p:cNvPr id="14" name="两个退步开局：42001（−198）与 42013（−9）"/>
          <p:cNvSpPr>
            <a:spLocks noGrp="1"/>
          </p:cNvSpPr>
          <p:nvPr/>
        </p:nvSpPr>
        <p:spPr>
          <a:xfrm>
            <a:off x="5743575" y="5257800"/>
            <a:ext cx="5905500" cy="333375"/>
          </a:xfrm>
          <a:prstGeom prst="rect">
            <a:avLst/>
          </a:prstGeom>
          <a:noFill/>
          <a:ln w="0">
            <a:noFill/>
          </a:ln>
        </p:spPr>
        <p:txBody>
          <a:bodyPr wrap="square" lIns="0" tIns="0" rIns="0" bIns="0" anchor="t">
            <a:noAutofit/>
          </a:bodyPr>
          <a:lstStyle>
            <a:defPPr algn="l">
              <a:defRPr sz="1650" b="1">
                <a:solidFill>
                  <a:srgbClr val="AF5845"/>
                </a:solidFill>
                <a:latin typeface="微软雅黑" panose="020B0503020204020204" charset="-122"/>
                <a:ea typeface="微软雅黑" panose="020B0503020204020204" charset="-122"/>
                <a:cs typeface="微软雅黑" panose="020B0503020204020204" charset="-122"/>
              </a:defRPr>
            </a:defPPr>
            <a:lvl1pPr algn="l">
              <a:defRPr sz="1650" b="1">
                <a:solidFill>
                  <a:srgbClr val="AF5845"/>
                </a:solidFill>
                <a:latin typeface="微软雅黑" panose="020B0503020204020204" charset="-122"/>
                <a:ea typeface="微软雅黑" panose="020B0503020204020204" charset="-122"/>
                <a:cs typeface="微软雅黑" panose="020B0503020204020204" charset="-122"/>
              </a:defRPr>
            </a:lvl1pPr>
            <a:lvl2pPr algn="l">
              <a:defRPr sz="1650" b="1">
                <a:solidFill>
                  <a:srgbClr val="AF5845"/>
                </a:solidFill>
                <a:latin typeface="微软雅黑" panose="020B0503020204020204" charset="-122"/>
                <a:ea typeface="微软雅黑" panose="020B0503020204020204" charset="-122"/>
                <a:cs typeface="微软雅黑" panose="020B0503020204020204" charset="-122"/>
              </a:defRPr>
            </a:lvl2pPr>
            <a:lvl3pPr algn="l">
              <a:defRPr sz="1650" b="1">
                <a:solidFill>
                  <a:srgbClr val="AF5845"/>
                </a:solidFill>
                <a:latin typeface="微软雅黑" panose="020B0503020204020204" charset="-122"/>
                <a:ea typeface="微软雅黑" panose="020B0503020204020204" charset="-122"/>
                <a:cs typeface="微软雅黑" panose="020B0503020204020204" charset="-122"/>
              </a:defRPr>
            </a:lvl3pPr>
            <a:lvl4pPr algn="l">
              <a:defRPr sz="1650" b="1">
                <a:solidFill>
                  <a:srgbClr val="AF5845"/>
                </a:solidFill>
                <a:latin typeface="微软雅黑" panose="020B0503020204020204" charset="-122"/>
                <a:ea typeface="微软雅黑" panose="020B0503020204020204" charset="-122"/>
                <a:cs typeface="微软雅黑" panose="020B0503020204020204" charset="-122"/>
              </a:defRPr>
            </a:lvl4pPr>
            <a:lvl5pPr algn="l">
              <a:defRPr sz="1650" b="1">
                <a:solidFill>
                  <a:srgbClr val="AF5845"/>
                </a:solidFill>
                <a:latin typeface="微软雅黑" panose="020B0503020204020204" charset="-122"/>
                <a:ea typeface="微软雅黑" panose="020B0503020204020204" charset="-122"/>
                <a:cs typeface="微软雅黑" panose="020B0503020204020204" charset="-122"/>
              </a:defRPr>
            </a:lvl5pPr>
            <a:lvl6pPr algn="l">
              <a:defRPr sz="1650" b="1">
                <a:solidFill>
                  <a:srgbClr val="AF5845"/>
                </a:solidFill>
                <a:latin typeface="微软雅黑" panose="020B0503020204020204" charset="-122"/>
                <a:ea typeface="微软雅黑" panose="020B0503020204020204" charset="-122"/>
                <a:cs typeface="微软雅黑" panose="020B0503020204020204" charset="-122"/>
              </a:defRPr>
            </a:lvl6pPr>
            <a:lvl7pPr algn="l">
              <a:defRPr sz="1650" b="1">
                <a:solidFill>
                  <a:srgbClr val="AF5845"/>
                </a:solidFill>
                <a:latin typeface="微软雅黑" panose="020B0503020204020204" charset="-122"/>
                <a:ea typeface="微软雅黑" panose="020B0503020204020204" charset="-122"/>
                <a:cs typeface="微软雅黑" panose="020B0503020204020204" charset="-122"/>
              </a:defRPr>
            </a:lvl7pPr>
            <a:lvl8pPr algn="l">
              <a:defRPr sz="1650" b="1">
                <a:solidFill>
                  <a:srgbClr val="AF5845"/>
                </a:solidFill>
                <a:latin typeface="微软雅黑" panose="020B0503020204020204" charset="-122"/>
                <a:ea typeface="微软雅黑" panose="020B0503020204020204" charset="-122"/>
                <a:cs typeface="微软雅黑" panose="020B0503020204020204" charset="-122"/>
              </a:defRPr>
            </a:lvl8pPr>
            <a:lvl9pPr algn="l">
              <a:defRPr sz="1650" b="1">
                <a:solidFill>
                  <a:srgbClr val="AF5845"/>
                </a:solidFill>
                <a:latin typeface="微软雅黑" panose="020B0503020204020204" charset="-122"/>
                <a:ea typeface="微软雅黑" panose="020B0503020204020204" charset="-122"/>
                <a:cs typeface="微软雅黑" panose="020B0503020204020204" charset="-122"/>
              </a:defRPr>
            </a:lvl9pPr>
          </a:lstStyle>
          <a:p>
            <a:pPr algn="l">
              <a:defRPr sz="1650" b="1">
                <a:solidFill>
                  <a:srgbClr val="AF5845"/>
                </a:solidFill>
                <a:latin typeface="微软雅黑" panose="020B0503020204020204" charset="-122"/>
                <a:ea typeface="微软雅黑" panose="020B0503020204020204" charset="-122"/>
                <a:cs typeface="微软雅黑" panose="020B0503020204020204" charset="-122"/>
              </a:defRPr>
            </a:pPr>
            <a:r>
              <a:rPr sz="1650" b="1">
                <a:solidFill>
                  <a:srgbClr val="AF5845"/>
                </a:solidFill>
                <a:latin typeface="微软雅黑" panose="020B0503020204020204" charset="-122"/>
                <a:ea typeface="微软雅黑" panose="020B0503020204020204" charset="-122"/>
                <a:cs typeface="微软雅黑" panose="020B0503020204020204" charset="-122"/>
              </a:rPr>
              <a:t>两个退步开局：42001（−198）与 42013（−9）</a:t>
            </a:r>
            <a:endParaRPr sz="1650" b="1">
              <a:solidFill>
                <a:srgbClr val="AF5845"/>
              </a:solidFill>
              <a:latin typeface="微软雅黑" panose="020B0503020204020204" charset="-122"/>
              <a:ea typeface="微软雅黑" panose="020B0503020204020204" charset="-122"/>
              <a:cs typeface="微软雅黑" panose="020B0503020204020204" charset="-122"/>
            </a:endParaRPr>
          </a:p>
        </p:txBody>
      </p:sp>
      <p:sp>
        <p:nvSpPr>
          <p:cNvPr id="15" name="配对均值差 95% Bootstrap 区间"/>
          <p:cNvSpPr>
            <a:spLocks noGrp="1"/>
          </p:cNvSpPr>
          <p:nvPr/>
        </p:nvSpPr>
        <p:spPr>
          <a:xfrm>
            <a:off x="523875" y="5362575"/>
            <a:ext cx="4762500" cy="314325"/>
          </a:xfrm>
          <a:prstGeom prst="rect">
            <a:avLst/>
          </a:prstGeom>
          <a:noFill/>
          <a:ln w="0">
            <a:noFill/>
          </a:ln>
        </p:spPr>
        <p:txBody>
          <a:bodyPr wrap="square" lIns="0" tIns="0" rIns="0" bIns="0" anchor="t">
            <a:noAutofit/>
          </a:bodyPr>
          <a:lstStyle>
            <a:defPPr algn="l">
              <a:defRPr sz="1725" b="1">
                <a:solidFill>
                  <a:srgbClr val="065980"/>
                </a:solidFill>
                <a:latin typeface="微软雅黑" panose="020B0503020204020204" charset="-122"/>
                <a:ea typeface="微软雅黑" panose="020B0503020204020204" charset="-122"/>
                <a:cs typeface="微软雅黑" panose="020B0503020204020204" charset="-122"/>
              </a:defRPr>
            </a:defPPr>
            <a:lvl1pPr algn="l">
              <a:defRPr sz="1725"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725"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725"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725"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725"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725"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725"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725"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725"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725" b="1">
                <a:solidFill>
                  <a:srgbClr val="065980"/>
                </a:solidFill>
                <a:latin typeface="微软雅黑" panose="020B0503020204020204" charset="-122"/>
                <a:ea typeface="微软雅黑" panose="020B0503020204020204" charset="-122"/>
                <a:cs typeface="微软雅黑" panose="020B0503020204020204" charset="-122"/>
              </a:defRPr>
            </a:pPr>
            <a:r>
              <a:rPr sz="1725" b="1">
                <a:solidFill>
                  <a:srgbClr val="065980"/>
                </a:solidFill>
                <a:latin typeface="微软雅黑" panose="020B0503020204020204" charset="-122"/>
                <a:ea typeface="微软雅黑" panose="020B0503020204020204" charset="-122"/>
                <a:cs typeface="微软雅黑" panose="020B0503020204020204" charset="-122"/>
              </a:rPr>
              <a:t>配对均值差 95% Bootstrap 区间</a:t>
            </a:r>
            <a:endParaRPr sz="1725"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6" name="[95.77, 177.43] 分"/>
          <p:cNvSpPr>
            <a:spLocks noGrp="1"/>
          </p:cNvSpPr>
          <p:nvPr/>
        </p:nvSpPr>
        <p:spPr>
          <a:xfrm>
            <a:off x="523875" y="5781675"/>
            <a:ext cx="4762500" cy="390525"/>
          </a:xfrm>
          <a:prstGeom prst="rect">
            <a:avLst/>
          </a:prstGeom>
          <a:noFill/>
          <a:ln w="0">
            <a:noFill/>
          </a:ln>
        </p:spPr>
        <p:txBody>
          <a:bodyPr wrap="square" lIns="0" tIns="0" rIns="0" bIns="0" anchor="t">
            <a:noAutofit/>
          </a:bodyPr>
          <a:lstStyle>
            <a:defPPr algn="l">
              <a:defRPr sz="2400" b="1">
                <a:solidFill>
                  <a:srgbClr val="287F77"/>
                </a:solidFill>
                <a:latin typeface="微软雅黑" panose="020B0503020204020204" charset="-122"/>
                <a:ea typeface="微软雅黑" panose="020B0503020204020204" charset="-122"/>
                <a:cs typeface="微软雅黑" panose="020B0503020204020204" charset="-122"/>
              </a:defRPr>
            </a:defPPr>
            <a:lvl1pPr algn="l">
              <a:defRPr sz="2400" b="1">
                <a:solidFill>
                  <a:srgbClr val="287F77"/>
                </a:solidFill>
                <a:latin typeface="微软雅黑" panose="020B0503020204020204" charset="-122"/>
                <a:ea typeface="微软雅黑" panose="020B0503020204020204" charset="-122"/>
                <a:cs typeface="微软雅黑" panose="020B0503020204020204" charset="-122"/>
              </a:defRPr>
            </a:lvl1pPr>
            <a:lvl2pPr algn="l">
              <a:defRPr sz="2400" b="1">
                <a:solidFill>
                  <a:srgbClr val="287F77"/>
                </a:solidFill>
                <a:latin typeface="微软雅黑" panose="020B0503020204020204" charset="-122"/>
                <a:ea typeface="微软雅黑" panose="020B0503020204020204" charset="-122"/>
                <a:cs typeface="微软雅黑" panose="020B0503020204020204" charset="-122"/>
              </a:defRPr>
            </a:lvl2pPr>
            <a:lvl3pPr algn="l">
              <a:defRPr sz="2400" b="1">
                <a:solidFill>
                  <a:srgbClr val="287F77"/>
                </a:solidFill>
                <a:latin typeface="微软雅黑" panose="020B0503020204020204" charset="-122"/>
                <a:ea typeface="微软雅黑" panose="020B0503020204020204" charset="-122"/>
                <a:cs typeface="微软雅黑" panose="020B0503020204020204" charset="-122"/>
              </a:defRPr>
            </a:lvl3pPr>
            <a:lvl4pPr algn="l">
              <a:defRPr sz="2400" b="1">
                <a:solidFill>
                  <a:srgbClr val="287F77"/>
                </a:solidFill>
                <a:latin typeface="微软雅黑" panose="020B0503020204020204" charset="-122"/>
                <a:ea typeface="微软雅黑" panose="020B0503020204020204" charset="-122"/>
                <a:cs typeface="微软雅黑" panose="020B0503020204020204" charset="-122"/>
              </a:defRPr>
            </a:lvl4pPr>
            <a:lvl5pPr algn="l">
              <a:defRPr sz="2400" b="1">
                <a:solidFill>
                  <a:srgbClr val="287F77"/>
                </a:solidFill>
                <a:latin typeface="微软雅黑" panose="020B0503020204020204" charset="-122"/>
                <a:ea typeface="微软雅黑" panose="020B0503020204020204" charset="-122"/>
                <a:cs typeface="微软雅黑" panose="020B0503020204020204" charset="-122"/>
              </a:defRPr>
            </a:lvl5pPr>
            <a:lvl6pPr algn="l">
              <a:defRPr sz="2400" b="1">
                <a:solidFill>
                  <a:srgbClr val="287F77"/>
                </a:solidFill>
                <a:latin typeface="微软雅黑" panose="020B0503020204020204" charset="-122"/>
                <a:ea typeface="微软雅黑" panose="020B0503020204020204" charset="-122"/>
                <a:cs typeface="微软雅黑" panose="020B0503020204020204" charset="-122"/>
              </a:defRPr>
            </a:lvl6pPr>
            <a:lvl7pPr algn="l">
              <a:defRPr sz="2400" b="1">
                <a:solidFill>
                  <a:srgbClr val="287F77"/>
                </a:solidFill>
                <a:latin typeface="微软雅黑" panose="020B0503020204020204" charset="-122"/>
                <a:ea typeface="微软雅黑" panose="020B0503020204020204" charset="-122"/>
                <a:cs typeface="微软雅黑" panose="020B0503020204020204" charset="-122"/>
              </a:defRPr>
            </a:lvl7pPr>
            <a:lvl8pPr algn="l">
              <a:defRPr sz="2400" b="1">
                <a:solidFill>
                  <a:srgbClr val="287F77"/>
                </a:solidFill>
                <a:latin typeface="微软雅黑" panose="020B0503020204020204" charset="-122"/>
                <a:ea typeface="微软雅黑" panose="020B0503020204020204" charset="-122"/>
                <a:cs typeface="微软雅黑" panose="020B0503020204020204" charset="-122"/>
              </a:defRPr>
            </a:lvl8pPr>
            <a:lvl9pPr algn="l">
              <a:defRPr sz="2400" b="1">
                <a:solidFill>
                  <a:srgbClr val="287F77"/>
                </a:solidFill>
                <a:latin typeface="微软雅黑" panose="020B0503020204020204" charset="-122"/>
                <a:ea typeface="微软雅黑" panose="020B0503020204020204" charset="-122"/>
                <a:cs typeface="微软雅黑" panose="020B0503020204020204" charset="-122"/>
              </a:defRPr>
            </a:lvl9pPr>
          </a:lstStyle>
          <a:p>
            <a:pPr algn="l">
              <a:defRPr sz="2400" b="1">
                <a:solidFill>
                  <a:srgbClr val="287F77"/>
                </a:solidFill>
                <a:latin typeface="微软雅黑" panose="020B0503020204020204" charset="-122"/>
                <a:ea typeface="微软雅黑" panose="020B0503020204020204" charset="-122"/>
                <a:cs typeface="微软雅黑" panose="020B0503020204020204" charset="-122"/>
              </a:defRPr>
            </a:pPr>
            <a:r>
              <a:rPr sz="2400" b="1">
                <a:solidFill>
                  <a:srgbClr val="287F77"/>
                </a:solidFill>
                <a:latin typeface="微软雅黑" panose="020B0503020204020204" charset="-122"/>
                <a:ea typeface="微软雅黑" panose="020B0503020204020204" charset="-122"/>
                <a:cs typeface="微软雅黑" panose="020B0503020204020204" charset="-122"/>
              </a:rPr>
              <a:t>[95.77, 177.43] 分</a:t>
            </a:r>
            <a:endParaRPr sz="2400" b="1">
              <a:solidFill>
                <a:srgbClr val="287F77"/>
              </a:solidFill>
              <a:latin typeface="微软雅黑" panose="020B0503020204020204" charset="-122"/>
              <a:ea typeface="微软雅黑" panose="020B0503020204020204" charset="-122"/>
              <a:cs typeface="微软雅黑" panose="020B0503020204020204" charset="-122"/>
            </a:endParaRPr>
          </a:p>
        </p:txBody>
      </p:sp>
      <p:sp>
        <p:nvSpPr>
          <p:cNvPr id="17" name="改善没有覆盖每个开局；&#10;绝对标准差仍较大，没有观察到完整通关。"/>
          <p:cNvSpPr>
            <a:spLocks noGrp="1"/>
          </p:cNvSpPr>
          <p:nvPr/>
        </p:nvSpPr>
        <p:spPr>
          <a:xfrm>
            <a:off x="5743575" y="5734050"/>
            <a:ext cx="5905500" cy="533400"/>
          </a:xfrm>
          <a:prstGeom prst="rect">
            <a:avLst/>
          </a:prstGeom>
          <a:noFill/>
          <a:ln w="0">
            <a:noFill/>
          </a:ln>
        </p:spPr>
        <p:txBody>
          <a:bodyPr wrap="square" lIns="0" tIns="0" rIns="0" bIns="0" anchor="t">
            <a:noAutofit/>
          </a:bodyPr>
          <a:lstStyle>
            <a:defPPr algn="l">
              <a:defRPr sz="1725" b="0">
                <a:solidFill>
                  <a:srgbClr val="1B2938"/>
                </a:solidFill>
                <a:latin typeface="微软雅黑" panose="020B0503020204020204" charset="-122"/>
                <a:ea typeface="微软雅黑" panose="020B0503020204020204" charset="-122"/>
                <a:cs typeface="微软雅黑" panose="020B0503020204020204" charset="-122"/>
              </a:defRPr>
            </a:defPPr>
            <a:lvl1pPr algn="l">
              <a:defRPr sz="1725"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725"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725"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725"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725"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725"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725"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725"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725"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改善没有覆盖每个开局；</a:t>
            </a:r>
            <a:endParaRPr sz="1725" b="0">
              <a:solidFill>
                <a:srgbClr val="1B2938"/>
              </a:solidFill>
              <a:latin typeface="微软雅黑" panose="020B0503020204020204" charset="-122"/>
              <a:ea typeface="微软雅黑" panose="020B0503020204020204" charset="-122"/>
              <a:cs typeface="微软雅黑" panose="020B0503020204020204" charset="-122"/>
            </a:endParaRPr>
          </a:p>
          <a:p>
            <a:pPr algn="l">
              <a:defRPr sz="1725" b="0">
                <a:solidFill>
                  <a:srgbClr val="1B2938"/>
                </a:solidFill>
                <a:latin typeface="微软雅黑" panose="020B0503020204020204" charset="-122"/>
                <a:ea typeface="微软雅黑" panose="020B0503020204020204" charset="-122"/>
                <a:cs typeface="微软雅黑" panose="020B0503020204020204" charset="-122"/>
              </a:defRPr>
            </a:pPr>
            <a:r>
              <a:rPr sz="1725" b="0">
                <a:solidFill>
                  <a:srgbClr val="1B2938"/>
                </a:solidFill>
                <a:latin typeface="微软雅黑" panose="020B0503020204020204" charset="-122"/>
                <a:ea typeface="微软雅黑" panose="020B0503020204020204" charset="-122"/>
                <a:cs typeface="微软雅黑" panose="020B0503020204020204" charset="-122"/>
              </a:rPr>
              <a:t>绝对标准差仍较大，没有观察到完整通关。</a:t>
            </a:r>
            <a:endParaRPr sz="1725"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8" name="按种子对重采样 20,000 次，随机种子 20261017；区间仅反映固定模型在当前开发"/>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按种子对重采样 20,000 次，随机种子 20261017；区间仅反映固定模型在当前开发样本上的条件变异。</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1">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2"/>
          <a:stretch>
            <a:fillRect/>
          </a:stretch>
        </p:blipFill>
        <p:spPr>
          <a:xfrm>
            <a:off x="344170" y="333375"/>
            <a:ext cx="2924175" cy="666750"/>
          </a:xfrm>
          <a:prstGeom prst="rect">
            <a:avLst/>
          </a:prstGeom>
        </p:spPr>
      </p:pic>
      <p:sp>
        <p:nvSpPr>
          <p:cNvPr id="8" name="行为观察：成功接球与右侧漏接同时存在"/>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行为观察：成功接球与右侧漏接同时存在</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16"/>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16</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1" name="接球 1/4"/>
          <p:cNvSpPr>
            <a:spLocks noGrp="1"/>
          </p:cNvSpPr>
          <p:nvPr/>
        </p:nvSpPr>
        <p:spPr>
          <a:xfrm>
            <a:off x="523875" y="2095500"/>
            <a:ext cx="2000250" cy="285750"/>
          </a:xfrm>
          <a:prstGeom prst="rect">
            <a:avLst/>
          </a:prstGeom>
          <a:noFill/>
          <a:ln w="0">
            <a:noFill/>
          </a:ln>
        </p:spPr>
        <p:txBody>
          <a:bodyPr wrap="square" lIns="0" tIns="0" rIns="0" bIns="0" anchor="t">
            <a:noAutofit/>
          </a:bodyPr>
          <a:lstStyle>
            <a:defPPr algn="ctr">
              <a:defRPr sz="1725" b="1">
                <a:solidFill>
                  <a:srgbClr val="287F77"/>
                </a:solidFill>
                <a:latin typeface="微软雅黑" panose="020B0503020204020204" charset="-122"/>
                <a:ea typeface="微软雅黑" panose="020B0503020204020204" charset="-122"/>
                <a:cs typeface="微软雅黑" panose="020B0503020204020204" charset="-122"/>
              </a:defRPr>
            </a:defPPr>
            <a:lvl1pPr algn="ctr">
              <a:defRPr sz="1725" b="1">
                <a:solidFill>
                  <a:srgbClr val="287F77"/>
                </a:solidFill>
                <a:latin typeface="微软雅黑" panose="020B0503020204020204" charset="-122"/>
                <a:ea typeface="微软雅黑" panose="020B0503020204020204" charset="-122"/>
                <a:cs typeface="微软雅黑" panose="020B0503020204020204" charset="-122"/>
              </a:defRPr>
            </a:lvl1pPr>
            <a:lvl2pPr algn="ctr">
              <a:defRPr sz="1725" b="1">
                <a:solidFill>
                  <a:srgbClr val="287F77"/>
                </a:solidFill>
                <a:latin typeface="微软雅黑" panose="020B0503020204020204" charset="-122"/>
                <a:ea typeface="微软雅黑" panose="020B0503020204020204" charset="-122"/>
                <a:cs typeface="微软雅黑" panose="020B0503020204020204" charset="-122"/>
              </a:defRPr>
            </a:lvl2pPr>
            <a:lvl3pPr algn="ctr">
              <a:defRPr sz="1725" b="1">
                <a:solidFill>
                  <a:srgbClr val="287F77"/>
                </a:solidFill>
                <a:latin typeface="微软雅黑" panose="020B0503020204020204" charset="-122"/>
                <a:ea typeface="微软雅黑" panose="020B0503020204020204" charset="-122"/>
                <a:cs typeface="微软雅黑" panose="020B0503020204020204" charset="-122"/>
              </a:defRPr>
            </a:lvl3pPr>
            <a:lvl4pPr algn="ctr">
              <a:defRPr sz="1725" b="1">
                <a:solidFill>
                  <a:srgbClr val="287F77"/>
                </a:solidFill>
                <a:latin typeface="微软雅黑" panose="020B0503020204020204" charset="-122"/>
                <a:ea typeface="微软雅黑" panose="020B0503020204020204" charset="-122"/>
                <a:cs typeface="微软雅黑" panose="020B0503020204020204" charset="-122"/>
              </a:defRPr>
            </a:lvl4pPr>
            <a:lvl5pPr algn="ctr">
              <a:defRPr sz="1725" b="1">
                <a:solidFill>
                  <a:srgbClr val="287F77"/>
                </a:solidFill>
                <a:latin typeface="微软雅黑" panose="020B0503020204020204" charset="-122"/>
                <a:ea typeface="微软雅黑" panose="020B0503020204020204" charset="-122"/>
                <a:cs typeface="微软雅黑" panose="020B0503020204020204" charset="-122"/>
              </a:defRPr>
            </a:lvl5pPr>
            <a:lvl6pPr algn="ctr">
              <a:defRPr sz="1725" b="1">
                <a:solidFill>
                  <a:srgbClr val="287F77"/>
                </a:solidFill>
                <a:latin typeface="微软雅黑" panose="020B0503020204020204" charset="-122"/>
                <a:ea typeface="微软雅黑" panose="020B0503020204020204" charset="-122"/>
                <a:cs typeface="微软雅黑" panose="020B0503020204020204" charset="-122"/>
              </a:defRPr>
            </a:lvl6pPr>
            <a:lvl7pPr algn="ctr">
              <a:defRPr sz="1725" b="1">
                <a:solidFill>
                  <a:srgbClr val="287F77"/>
                </a:solidFill>
                <a:latin typeface="微软雅黑" panose="020B0503020204020204" charset="-122"/>
                <a:ea typeface="微软雅黑" panose="020B0503020204020204" charset="-122"/>
                <a:cs typeface="微软雅黑" panose="020B0503020204020204" charset="-122"/>
              </a:defRPr>
            </a:lvl7pPr>
            <a:lvl8pPr algn="ctr">
              <a:defRPr sz="1725" b="1">
                <a:solidFill>
                  <a:srgbClr val="287F77"/>
                </a:solidFill>
                <a:latin typeface="微软雅黑" panose="020B0503020204020204" charset="-122"/>
                <a:ea typeface="微软雅黑" panose="020B0503020204020204" charset="-122"/>
                <a:cs typeface="微软雅黑" panose="020B0503020204020204" charset="-122"/>
              </a:defRPr>
            </a:lvl8pPr>
            <a:lvl9pPr algn="ctr">
              <a:defRPr sz="1725" b="1">
                <a:solidFill>
                  <a:srgbClr val="287F77"/>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287F77"/>
                </a:solidFill>
                <a:latin typeface="微软雅黑" panose="020B0503020204020204" charset="-122"/>
                <a:ea typeface="微软雅黑" panose="020B0503020204020204" charset="-122"/>
                <a:cs typeface="微软雅黑" panose="020B0503020204020204" charset="-122"/>
              </a:defRPr>
            </a:pPr>
            <a:r>
              <a:rPr sz="1725" b="1">
                <a:solidFill>
                  <a:srgbClr val="287F77"/>
                </a:solidFill>
                <a:latin typeface="微软雅黑" panose="020B0503020204020204" charset="-122"/>
                <a:ea typeface="微软雅黑" panose="020B0503020204020204" charset="-122"/>
                <a:cs typeface="微软雅黑" panose="020B0503020204020204" charset="-122"/>
              </a:rPr>
              <a:t>接球 1/4</a:t>
            </a:r>
            <a:endParaRPr sz="1725" b="1">
              <a:solidFill>
                <a:srgbClr val="287F77"/>
              </a:solidFill>
              <a:latin typeface="微软雅黑" panose="020B0503020204020204" charset="-122"/>
              <a:ea typeface="微软雅黑" panose="020B0503020204020204" charset="-122"/>
              <a:cs typeface="微软雅黑" panose="020B0503020204020204" charset="-122"/>
            </a:endParaRPr>
          </a:p>
        </p:txBody>
      </p:sp>
      <p:sp>
        <p:nvSpPr>
          <p:cNvPr id="12" name="1.95s   帧 117"/>
          <p:cNvSpPr>
            <a:spLocks noGrp="1"/>
          </p:cNvSpPr>
          <p:nvPr/>
        </p:nvSpPr>
        <p:spPr>
          <a:xfrm>
            <a:off x="523875" y="2400300"/>
            <a:ext cx="2000250" cy="266700"/>
          </a:xfrm>
          <a:prstGeom prst="rect">
            <a:avLst/>
          </a:prstGeom>
          <a:noFill/>
          <a:ln w="0">
            <a:noFill/>
          </a:ln>
        </p:spPr>
        <p:txBody>
          <a:bodyPr wrap="square" lIns="0" tIns="0" rIns="0" bIns="0" anchor="t">
            <a:noAutofit/>
          </a:bodyPr>
          <a:lstStyle>
            <a:defPPr algn="ctr">
              <a:defRPr sz="1500" b="0">
                <a:solidFill>
                  <a:srgbClr val="287F77"/>
                </a:solidFill>
                <a:latin typeface="微软雅黑" panose="020B0503020204020204" charset="-122"/>
                <a:ea typeface="微软雅黑" panose="020B0503020204020204" charset="-122"/>
                <a:cs typeface="微软雅黑" panose="020B0503020204020204" charset="-122"/>
              </a:defRPr>
            </a:defPPr>
            <a:lvl1pPr algn="ctr">
              <a:defRPr sz="1500" b="0">
                <a:solidFill>
                  <a:srgbClr val="287F77"/>
                </a:solidFill>
                <a:latin typeface="微软雅黑" panose="020B0503020204020204" charset="-122"/>
                <a:ea typeface="微软雅黑" panose="020B0503020204020204" charset="-122"/>
                <a:cs typeface="微软雅黑" panose="020B0503020204020204" charset="-122"/>
              </a:defRPr>
            </a:lvl1pPr>
            <a:lvl2pPr algn="ctr">
              <a:defRPr sz="1500" b="0">
                <a:solidFill>
                  <a:srgbClr val="287F77"/>
                </a:solidFill>
                <a:latin typeface="微软雅黑" panose="020B0503020204020204" charset="-122"/>
                <a:ea typeface="微软雅黑" panose="020B0503020204020204" charset="-122"/>
                <a:cs typeface="微软雅黑" panose="020B0503020204020204" charset="-122"/>
              </a:defRPr>
            </a:lvl2pPr>
            <a:lvl3pPr algn="ctr">
              <a:defRPr sz="1500" b="0">
                <a:solidFill>
                  <a:srgbClr val="287F77"/>
                </a:solidFill>
                <a:latin typeface="微软雅黑" panose="020B0503020204020204" charset="-122"/>
                <a:ea typeface="微软雅黑" panose="020B0503020204020204" charset="-122"/>
                <a:cs typeface="微软雅黑" panose="020B0503020204020204" charset="-122"/>
              </a:defRPr>
            </a:lvl3pPr>
            <a:lvl4pPr algn="ctr">
              <a:defRPr sz="1500" b="0">
                <a:solidFill>
                  <a:srgbClr val="287F77"/>
                </a:solidFill>
                <a:latin typeface="微软雅黑" panose="020B0503020204020204" charset="-122"/>
                <a:ea typeface="微软雅黑" panose="020B0503020204020204" charset="-122"/>
                <a:cs typeface="微软雅黑" panose="020B0503020204020204" charset="-122"/>
              </a:defRPr>
            </a:lvl4pPr>
            <a:lvl5pPr algn="ctr">
              <a:defRPr sz="1500" b="0">
                <a:solidFill>
                  <a:srgbClr val="287F77"/>
                </a:solidFill>
                <a:latin typeface="微软雅黑" panose="020B0503020204020204" charset="-122"/>
                <a:ea typeface="微软雅黑" panose="020B0503020204020204" charset="-122"/>
                <a:cs typeface="微软雅黑" panose="020B0503020204020204" charset="-122"/>
              </a:defRPr>
            </a:lvl5pPr>
            <a:lvl6pPr algn="ctr">
              <a:defRPr sz="1500" b="0">
                <a:solidFill>
                  <a:srgbClr val="287F77"/>
                </a:solidFill>
                <a:latin typeface="微软雅黑" panose="020B0503020204020204" charset="-122"/>
                <a:ea typeface="微软雅黑" panose="020B0503020204020204" charset="-122"/>
                <a:cs typeface="微软雅黑" panose="020B0503020204020204" charset="-122"/>
              </a:defRPr>
            </a:lvl6pPr>
            <a:lvl7pPr algn="ctr">
              <a:defRPr sz="1500" b="0">
                <a:solidFill>
                  <a:srgbClr val="287F77"/>
                </a:solidFill>
                <a:latin typeface="微软雅黑" panose="020B0503020204020204" charset="-122"/>
                <a:ea typeface="微软雅黑" panose="020B0503020204020204" charset="-122"/>
                <a:cs typeface="微软雅黑" panose="020B0503020204020204" charset="-122"/>
              </a:defRPr>
            </a:lvl7pPr>
            <a:lvl8pPr algn="ctr">
              <a:defRPr sz="1500" b="0">
                <a:solidFill>
                  <a:srgbClr val="287F77"/>
                </a:solidFill>
                <a:latin typeface="微软雅黑" panose="020B0503020204020204" charset="-122"/>
                <a:ea typeface="微软雅黑" panose="020B0503020204020204" charset="-122"/>
                <a:cs typeface="微软雅黑" panose="020B0503020204020204" charset="-122"/>
              </a:defRPr>
            </a:lvl8pPr>
            <a:lvl9pPr algn="ctr">
              <a:defRPr sz="1500" b="0">
                <a:solidFill>
                  <a:srgbClr val="287F77"/>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287F77"/>
                </a:solidFill>
                <a:latin typeface="微软雅黑" panose="020B0503020204020204" charset="-122"/>
                <a:ea typeface="微软雅黑" panose="020B0503020204020204" charset="-122"/>
                <a:cs typeface="微软雅黑" panose="020B0503020204020204" charset="-122"/>
              </a:defRPr>
            </a:pPr>
            <a:r>
              <a:rPr sz="1500" b="0">
                <a:solidFill>
                  <a:srgbClr val="287F77"/>
                </a:solidFill>
                <a:latin typeface="微软雅黑" panose="020B0503020204020204" charset="-122"/>
                <a:ea typeface="微软雅黑" panose="020B0503020204020204" charset="-122"/>
                <a:cs typeface="微软雅黑" panose="020B0503020204020204" charset="-122"/>
              </a:rPr>
              <a:t>1.95s   帧 117</a:t>
            </a:r>
            <a:endParaRPr sz="1500" b="0">
              <a:solidFill>
                <a:srgbClr val="287F77"/>
              </a:solidFill>
              <a:latin typeface="微软雅黑" panose="020B0503020204020204" charset="-122"/>
              <a:ea typeface="微软雅黑" panose="020B0503020204020204" charset="-122"/>
              <a:cs typeface="微软雅黑" panose="020B0503020204020204" charset="-122"/>
            </a:endParaRPr>
          </a:p>
        </p:txBody>
      </p:sp>
      <p:pic>
        <p:nvPicPr>
          <p:cNvPr id="13" name="图片 12"/>
          <p:cNvPicPr>
            <a:picLocks noChangeAspect="1"/>
          </p:cNvPicPr>
          <p:nvPr/>
        </p:nvPicPr>
        <p:blipFill>
          <a:blip r:embed="rId3"/>
          <a:stretch>
            <a:fillRect/>
          </a:stretch>
        </p:blipFill>
        <p:spPr>
          <a:xfrm>
            <a:off x="523875" y="2686050"/>
            <a:ext cx="2000250" cy="937617"/>
          </a:xfrm>
          <a:prstGeom prst="rect">
            <a:avLst/>
          </a:prstGeom>
        </p:spPr>
      </p:pic>
      <p:sp>
        <p:nvSpPr>
          <p:cNvPr id="14" name="1 分   5 条生命"/>
          <p:cNvSpPr>
            <a:spLocks noGrp="1"/>
          </p:cNvSpPr>
          <p:nvPr/>
        </p:nvSpPr>
        <p:spPr>
          <a:xfrm>
            <a:off x="523875" y="3676650"/>
            <a:ext cx="2000250" cy="257175"/>
          </a:xfrm>
          <a:prstGeom prst="rect">
            <a:avLst/>
          </a:prstGeom>
          <a:noFill/>
          <a:ln w="0">
            <a:noFill/>
          </a:ln>
        </p:spPr>
        <p:txBody>
          <a:bodyPr wrap="square" lIns="0" tIns="0" rIns="0" bIns="0" anchor="t">
            <a:noAutofit/>
          </a:bodyPr>
          <a:lstStyle>
            <a:defPPr algn="ctr">
              <a:defRPr sz="1500" b="0">
                <a:solidFill>
                  <a:srgbClr val="287F77"/>
                </a:solidFill>
                <a:latin typeface="微软雅黑" panose="020B0503020204020204" charset="-122"/>
                <a:ea typeface="微软雅黑" panose="020B0503020204020204" charset="-122"/>
                <a:cs typeface="微软雅黑" panose="020B0503020204020204" charset="-122"/>
              </a:defRPr>
            </a:defPPr>
            <a:lvl1pPr algn="ctr">
              <a:defRPr sz="1500" b="0">
                <a:solidFill>
                  <a:srgbClr val="287F77"/>
                </a:solidFill>
                <a:latin typeface="微软雅黑" panose="020B0503020204020204" charset="-122"/>
                <a:ea typeface="微软雅黑" panose="020B0503020204020204" charset="-122"/>
                <a:cs typeface="微软雅黑" panose="020B0503020204020204" charset="-122"/>
              </a:defRPr>
            </a:lvl1pPr>
            <a:lvl2pPr algn="ctr">
              <a:defRPr sz="1500" b="0">
                <a:solidFill>
                  <a:srgbClr val="287F77"/>
                </a:solidFill>
                <a:latin typeface="微软雅黑" panose="020B0503020204020204" charset="-122"/>
                <a:ea typeface="微软雅黑" panose="020B0503020204020204" charset="-122"/>
                <a:cs typeface="微软雅黑" panose="020B0503020204020204" charset="-122"/>
              </a:defRPr>
            </a:lvl2pPr>
            <a:lvl3pPr algn="ctr">
              <a:defRPr sz="1500" b="0">
                <a:solidFill>
                  <a:srgbClr val="287F77"/>
                </a:solidFill>
                <a:latin typeface="微软雅黑" panose="020B0503020204020204" charset="-122"/>
                <a:ea typeface="微软雅黑" panose="020B0503020204020204" charset="-122"/>
                <a:cs typeface="微软雅黑" panose="020B0503020204020204" charset="-122"/>
              </a:defRPr>
            </a:lvl3pPr>
            <a:lvl4pPr algn="ctr">
              <a:defRPr sz="1500" b="0">
                <a:solidFill>
                  <a:srgbClr val="287F77"/>
                </a:solidFill>
                <a:latin typeface="微软雅黑" panose="020B0503020204020204" charset="-122"/>
                <a:ea typeface="微软雅黑" panose="020B0503020204020204" charset="-122"/>
                <a:cs typeface="微软雅黑" panose="020B0503020204020204" charset="-122"/>
              </a:defRPr>
            </a:lvl4pPr>
            <a:lvl5pPr algn="ctr">
              <a:defRPr sz="1500" b="0">
                <a:solidFill>
                  <a:srgbClr val="287F77"/>
                </a:solidFill>
                <a:latin typeface="微软雅黑" panose="020B0503020204020204" charset="-122"/>
                <a:ea typeface="微软雅黑" panose="020B0503020204020204" charset="-122"/>
                <a:cs typeface="微软雅黑" panose="020B0503020204020204" charset="-122"/>
              </a:defRPr>
            </a:lvl5pPr>
            <a:lvl6pPr algn="ctr">
              <a:defRPr sz="1500" b="0">
                <a:solidFill>
                  <a:srgbClr val="287F77"/>
                </a:solidFill>
                <a:latin typeface="微软雅黑" panose="020B0503020204020204" charset="-122"/>
                <a:ea typeface="微软雅黑" panose="020B0503020204020204" charset="-122"/>
                <a:cs typeface="微软雅黑" panose="020B0503020204020204" charset="-122"/>
              </a:defRPr>
            </a:lvl6pPr>
            <a:lvl7pPr algn="ctr">
              <a:defRPr sz="1500" b="0">
                <a:solidFill>
                  <a:srgbClr val="287F77"/>
                </a:solidFill>
                <a:latin typeface="微软雅黑" panose="020B0503020204020204" charset="-122"/>
                <a:ea typeface="微软雅黑" panose="020B0503020204020204" charset="-122"/>
                <a:cs typeface="微软雅黑" panose="020B0503020204020204" charset="-122"/>
              </a:defRPr>
            </a:lvl7pPr>
            <a:lvl8pPr algn="ctr">
              <a:defRPr sz="1500" b="0">
                <a:solidFill>
                  <a:srgbClr val="287F77"/>
                </a:solidFill>
                <a:latin typeface="微软雅黑" panose="020B0503020204020204" charset="-122"/>
                <a:ea typeface="微软雅黑" panose="020B0503020204020204" charset="-122"/>
                <a:cs typeface="微软雅黑" panose="020B0503020204020204" charset="-122"/>
              </a:defRPr>
            </a:lvl8pPr>
            <a:lvl9pPr algn="ctr">
              <a:defRPr sz="1500" b="0">
                <a:solidFill>
                  <a:srgbClr val="287F77"/>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287F77"/>
                </a:solidFill>
                <a:latin typeface="微软雅黑" panose="020B0503020204020204" charset="-122"/>
                <a:ea typeface="微软雅黑" panose="020B0503020204020204" charset="-122"/>
                <a:cs typeface="微软雅黑" panose="020B0503020204020204" charset="-122"/>
              </a:defRPr>
            </a:pPr>
            <a:r>
              <a:rPr sz="1500" b="0">
                <a:solidFill>
                  <a:srgbClr val="287F77"/>
                </a:solidFill>
                <a:latin typeface="微软雅黑" panose="020B0503020204020204" charset="-122"/>
                <a:ea typeface="微软雅黑" panose="020B0503020204020204" charset="-122"/>
                <a:cs typeface="微软雅黑" panose="020B0503020204020204" charset="-122"/>
              </a:rPr>
              <a:t>1 分   5 条生命</a:t>
            </a:r>
            <a:endParaRPr sz="1500" b="0">
              <a:solidFill>
                <a:srgbClr val="287F77"/>
              </a:solidFill>
              <a:latin typeface="微软雅黑" panose="020B0503020204020204" charset="-122"/>
              <a:ea typeface="微软雅黑" panose="020B0503020204020204" charset="-122"/>
              <a:cs typeface="微软雅黑" panose="020B0503020204020204" charset="-122"/>
            </a:endParaRPr>
          </a:p>
        </p:txBody>
      </p:sp>
      <p:sp>
        <p:nvSpPr>
          <p:cNvPr id="15" name="椭圆 14"/>
          <p:cNvSpPr>
            <a:spLocks noGrp="1"/>
          </p:cNvSpPr>
          <p:nvPr/>
        </p:nvSpPr>
        <p:spPr>
          <a:xfrm>
            <a:off x="2077052" y="2692032"/>
            <a:ext cx="152400" cy="152400"/>
          </a:xfrm>
          <a:prstGeom prst="ellipse">
            <a:avLst/>
          </a:prstGeom>
          <a:noFill/>
          <a:ln w="14288">
            <a:solidFill>
              <a:srgbClr val="F1C857"/>
            </a:solidFill>
          </a:ln>
        </p:spPr>
      </p:sp>
      <p:sp>
        <p:nvSpPr>
          <p:cNvPr id="16" name="接球 2/4"/>
          <p:cNvSpPr>
            <a:spLocks noGrp="1"/>
          </p:cNvSpPr>
          <p:nvPr/>
        </p:nvSpPr>
        <p:spPr>
          <a:xfrm>
            <a:off x="2705100" y="2095500"/>
            <a:ext cx="2000250" cy="285750"/>
          </a:xfrm>
          <a:prstGeom prst="rect">
            <a:avLst/>
          </a:prstGeom>
          <a:noFill/>
          <a:ln w="0">
            <a:noFill/>
          </a:ln>
        </p:spPr>
        <p:txBody>
          <a:bodyPr wrap="square" lIns="0" tIns="0" rIns="0" bIns="0" anchor="t">
            <a:noAutofit/>
          </a:bodyPr>
          <a:lstStyle>
            <a:defPPr algn="ctr">
              <a:defRPr sz="1725" b="1">
                <a:solidFill>
                  <a:srgbClr val="287F77"/>
                </a:solidFill>
                <a:latin typeface="微软雅黑" panose="020B0503020204020204" charset="-122"/>
                <a:ea typeface="微软雅黑" panose="020B0503020204020204" charset="-122"/>
                <a:cs typeface="微软雅黑" panose="020B0503020204020204" charset="-122"/>
              </a:defRPr>
            </a:defPPr>
            <a:lvl1pPr algn="ctr">
              <a:defRPr sz="1725" b="1">
                <a:solidFill>
                  <a:srgbClr val="287F77"/>
                </a:solidFill>
                <a:latin typeface="微软雅黑" panose="020B0503020204020204" charset="-122"/>
                <a:ea typeface="微软雅黑" panose="020B0503020204020204" charset="-122"/>
                <a:cs typeface="微软雅黑" panose="020B0503020204020204" charset="-122"/>
              </a:defRPr>
            </a:lvl1pPr>
            <a:lvl2pPr algn="ctr">
              <a:defRPr sz="1725" b="1">
                <a:solidFill>
                  <a:srgbClr val="287F77"/>
                </a:solidFill>
                <a:latin typeface="微软雅黑" panose="020B0503020204020204" charset="-122"/>
                <a:ea typeface="微软雅黑" panose="020B0503020204020204" charset="-122"/>
                <a:cs typeface="微软雅黑" panose="020B0503020204020204" charset="-122"/>
              </a:defRPr>
            </a:lvl2pPr>
            <a:lvl3pPr algn="ctr">
              <a:defRPr sz="1725" b="1">
                <a:solidFill>
                  <a:srgbClr val="287F77"/>
                </a:solidFill>
                <a:latin typeface="微软雅黑" panose="020B0503020204020204" charset="-122"/>
                <a:ea typeface="微软雅黑" panose="020B0503020204020204" charset="-122"/>
                <a:cs typeface="微软雅黑" panose="020B0503020204020204" charset="-122"/>
              </a:defRPr>
            </a:lvl3pPr>
            <a:lvl4pPr algn="ctr">
              <a:defRPr sz="1725" b="1">
                <a:solidFill>
                  <a:srgbClr val="287F77"/>
                </a:solidFill>
                <a:latin typeface="微软雅黑" panose="020B0503020204020204" charset="-122"/>
                <a:ea typeface="微软雅黑" panose="020B0503020204020204" charset="-122"/>
                <a:cs typeface="微软雅黑" panose="020B0503020204020204" charset="-122"/>
              </a:defRPr>
            </a:lvl4pPr>
            <a:lvl5pPr algn="ctr">
              <a:defRPr sz="1725" b="1">
                <a:solidFill>
                  <a:srgbClr val="287F77"/>
                </a:solidFill>
                <a:latin typeface="微软雅黑" panose="020B0503020204020204" charset="-122"/>
                <a:ea typeface="微软雅黑" panose="020B0503020204020204" charset="-122"/>
                <a:cs typeface="微软雅黑" panose="020B0503020204020204" charset="-122"/>
              </a:defRPr>
            </a:lvl5pPr>
            <a:lvl6pPr algn="ctr">
              <a:defRPr sz="1725" b="1">
                <a:solidFill>
                  <a:srgbClr val="287F77"/>
                </a:solidFill>
                <a:latin typeface="微软雅黑" panose="020B0503020204020204" charset="-122"/>
                <a:ea typeface="微软雅黑" panose="020B0503020204020204" charset="-122"/>
                <a:cs typeface="微软雅黑" panose="020B0503020204020204" charset="-122"/>
              </a:defRPr>
            </a:lvl6pPr>
            <a:lvl7pPr algn="ctr">
              <a:defRPr sz="1725" b="1">
                <a:solidFill>
                  <a:srgbClr val="287F77"/>
                </a:solidFill>
                <a:latin typeface="微软雅黑" panose="020B0503020204020204" charset="-122"/>
                <a:ea typeface="微软雅黑" panose="020B0503020204020204" charset="-122"/>
                <a:cs typeface="微软雅黑" panose="020B0503020204020204" charset="-122"/>
              </a:defRPr>
            </a:lvl7pPr>
            <a:lvl8pPr algn="ctr">
              <a:defRPr sz="1725" b="1">
                <a:solidFill>
                  <a:srgbClr val="287F77"/>
                </a:solidFill>
                <a:latin typeface="微软雅黑" panose="020B0503020204020204" charset="-122"/>
                <a:ea typeface="微软雅黑" panose="020B0503020204020204" charset="-122"/>
                <a:cs typeface="微软雅黑" panose="020B0503020204020204" charset="-122"/>
              </a:defRPr>
            </a:lvl8pPr>
            <a:lvl9pPr algn="ctr">
              <a:defRPr sz="1725" b="1">
                <a:solidFill>
                  <a:srgbClr val="287F77"/>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287F77"/>
                </a:solidFill>
                <a:latin typeface="微软雅黑" panose="020B0503020204020204" charset="-122"/>
                <a:ea typeface="微软雅黑" panose="020B0503020204020204" charset="-122"/>
                <a:cs typeface="微软雅黑" panose="020B0503020204020204" charset="-122"/>
              </a:defRPr>
            </a:pPr>
            <a:r>
              <a:rPr sz="1725" b="1">
                <a:solidFill>
                  <a:srgbClr val="287F77"/>
                </a:solidFill>
                <a:latin typeface="微软雅黑" panose="020B0503020204020204" charset="-122"/>
                <a:ea typeface="微软雅黑" panose="020B0503020204020204" charset="-122"/>
                <a:cs typeface="微软雅黑" panose="020B0503020204020204" charset="-122"/>
              </a:rPr>
              <a:t>接球 2/4</a:t>
            </a:r>
            <a:endParaRPr sz="1725" b="1">
              <a:solidFill>
                <a:srgbClr val="287F77"/>
              </a:solidFill>
              <a:latin typeface="微软雅黑" panose="020B0503020204020204" charset="-122"/>
              <a:ea typeface="微软雅黑" panose="020B0503020204020204" charset="-122"/>
              <a:cs typeface="微软雅黑" panose="020B0503020204020204" charset="-122"/>
            </a:endParaRPr>
          </a:p>
        </p:txBody>
      </p:sp>
      <p:sp>
        <p:nvSpPr>
          <p:cNvPr id="17" name="2.15s   帧 129"/>
          <p:cNvSpPr>
            <a:spLocks noGrp="1"/>
          </p:cNvSpPr>
          <p:nvPr/>
        </p:nvSpPr>
        <p:spPr>
          <a:xfrm>
            <a:off x="2705100" y="2400300"/>
            <a:ext cx="2000250" cy="266700"/>
          </a:xfrm>
          <a:prstGeom prst="rect">
            <a:avLst/>
          </a:prstGeom>
          <a:noFill/>
          <a:ln w="0">
            <a:noFill/>
          </a:ln>
        </p:spPr>
        <p:txBody>
          <a:bodyPr wrap="square" lIns="0" tIns="0" rIns="0" bIns="0" anchor="t">
            <a:noAutofit/>
          </a:bodyPr>
          <a:lstStyle>
            <a:defPPr algn="ctr">
              <a:defRPr sz="1500" b="0">
                <a:solidFill>
                  <a:srgbClr val="287F77"/>
                </a:solidFill>
                <a:latin typeface="微软雅黑" panose="020B0503020204020204" charset="-122"/>
                <a:ea typeface="微软雅黑" panose="020B0503020204020204" charset="-122"/>
                <a:cs typeface="微软雅黑" panose="020B0503020204020204" charset="-122"/>
              </a:defRPr>
            </a:defPPr>
            <a:lvl1pPr algn="ctr">
              <a:defRPr sz="1500" b="0">
                <a:solidFill>
                  <a:srgbClr val="287F77"/>
                </a:solidFill>
                <a:latin typeface="微软雅黑" panose="020B0503020204020204" charset="-122"/>
                <a:ea typeface="微软雅黑" panose="020B0503020204020204" charset="-122"/>
                <a:cs typeface="微软雅黑" panose="020B0503020204020204" charset="-122"/>
              </a:defRPr>
            </a:lvl1pPr>
            <a:lvl2pPr algn="ctr">
              <a:defRPr sz="1500" b="0">
                <a:solidFill>
                  <a:srgbClr val="287F77"/>
                </a:solidFill>
                <a:latin typeface="微软雅黑" panose="020B0503020204020204" charset="-122"/>
                <a:ea typeface="微软雅黑" panose="020B0503020204020204" charset="-122"/>
                <a:cs typeface="微软雅黑" panose="020B0503020204020204" charset="-122"/>
              </a:defRPr>
            </a:lvl2pPr>
            <a:lvl3pPr algn="ctr">
              <a:defRPr sz="1500" b="0">
                <a:solidFill>
                  <a:srgbClr val="287F77"/>
                </a:solidFill>
                <a:latin typeface="微软雅黑" panose="020B0503020204020204" charset="-122"/>
                <a:ea typeface="微软雅黑" panose="020B0503020204020204" charset="-122"/>
                <a:cs typeface="微软雅黑" panose="020B0503020204020204" charset="-122"/>
              </a:defRPr>
            </a:lvl3pPr>
            <a:lvl4pPr algn="ctr">
              <a:defRPr sz="1500" b="0">
                <a:solidFill>
                  <a:srgbClr val="287F77"/>
                </a:solidFill>
                <a:latin typeface="微软雅黑" panose="020B0503020204020204" charset="-122"/>
                <a:ea typeface="微软雅黑" panose="020B0503020204020204" charset="-122"/>
                <a:cs typeface="微软雅黑" panose="020B0503020204020204" charset="-122"/>
              </a:defRPr>
            </a:lvl4pPr>
            <a:lvl5pPr algn="ctr">
              <a:defRPr sz="1500" b="0">
                <a:solidFill>
                  <a:srgbClr val="287F77"/>
                </a:solidFill>
                <a:latin typeface="微软雅黑" panose="020B0503020204020204" charset="-122"/>
                <a:ea typeface="微软雅黑" panose="020B0503020204020204" charset="-122"/>
                <a:cs typeface="微软雅黑" panose="020B0503020204020204" charset="-122"/>
              </a:defRPr>
            </a:lvl5pPr>
            <a:lvl6pPr algn="ctr">
              <a:defRPr sz="1500" b="0">
                <a:solidFill>
                  <a:srgbClr val="287F77"/>
                </a:solidFill>
                <a:latin typeface="微软雅黑" panose="020B0503020204020204" charset="-122"/>
                <a:ea typeface="微软雅黑" panose="020B0503020204020204" charset="-122"/>
                <a:cs typeface="微软雅黑" panose="020B0503020204020204" charset="-122"/>
              </a:defRPr>
            </a:lvl6pPr>
            <a:lvl7pPr algn="ctr">
              <a:defRPr sz="1500" b="0">
                <a:solidFill>
                  <a:srgbClr val="287F77"/>
                </a:solidFill>
                <a:latin typeface="微软雅黑" panose="020B0503020204020204" charset="-122"/>
                <a:ea typeface="微软雅黑" panose="020B0503020204020204" charset="-122"/>
                <a:cs typeface="微软雅黑" panose="020B0503020204020204" charset="-122"/>
              </a:defRPr>
            </a:lvl7pPr>
            <a:lvl8pPr algn="ctr">
              <a:defRPr sz="1500" b="0">
                <a:solidFill>
                  <a:srgbClr val="287F77"/>
                </a:solidFill>
                <a:latin typeface="微软雅黑" panose="020B0503020204020204" charset="-122"/>
                <a:ea typeface="微软雅黑" panose="020B0503020204020204" charset="-122"/>
                <a:cs typeface="微软雅黑" panose="020B0503020204020204" charset="-122"/>
              </a:defRPr>
            </a:lvl8pPr>
            <a:lvl9pPr algn="ctr">
              <a:defRPr sz="1500" b="0">
                <a:solidFill>
                  <a:srgbClr val="287F77"/>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287F77"/>
                </a:solidFill>
                <a:latin typeface="微软雅黑" panose="020B0503020204020204" charset="-122"/>
                <a:ea typeface="微软雅黑" panose="020B0503020204020204" charset="-122"/>
                <a:cs typeface="微软雅黑" panose="020B0503020204020204" charset="-122"/>
              </a:defRPr>
            </a:pPr>
            <a:r>
              <a:rPr sz="1500" b="0">
                <a:solidFill>
                  <a:srgbClr val="287F77"/>
                </a:solidFill>
                <a:latin typeface="微软雅黑" panose="020B0503020204020204" charset="-122"/>
                <a:ea typeface="微软雅黑" panose="020B0503020204020204" charset="-122"/>
                <a:cs typeface="微软雅黑" panose="020B0503020204020204" charset="-122"/>
              </a:rPr>
              <a:t>2.15s   帧 129</a:t>
            </a:r>
            <a:endParaRPr sz="1500" b="0">
              <a:solidFill>
                <a:srgbClr val="287F77"/>
              </a:solidFill>
              <a:latin typeface="微软雅黑" panose="020B0503020204020204" charset="-122"/>
              <a:ea typeface="微软雅黑" panose="020B0503020204020204" charset="-122"/>
              <a:cs typeface="微软雅黑" panose="020B0503020204020204" charset="-122"/>
            </a:endParaRPr>
          </a:p>
        </p:txBody>
      </p:sp>
      <p:pic>
        <p:nvPicPr>
          <p:cNvPr id="18" name="图片 17"/>
          <p:cNvPicPr>
            <a:picLocks noChangeAspect="1"/>
          </p:cNvPicPr>
          <p:nvPr/>
        </p:nvPicPr>
        <p:blipFill>
          <a:blip r:embed="rId4"/>
          <a:stretch>
            <a:fillRect/>
          </a:stretch>
        </p:blipFill>
        <p:spPr>
          <a:xfrm>
            <a:off x="2705100" y="2686050"/>
            <a:ext cx="2000250" cy="937617"/>
          </a:xfrm>
          <a:prstGeom prst="rect">
            <a:avLst/>
          </a:prstGeom>
        </p:spPr>
      </p:pic>
      <p:sp>
        <p:nvSpPr>
          <p:cNvPr id="19" name="1 分   5 条生命"/>
          <p:cNvSpPr>
            <a:spLocks noGrp="1"/>
          </p:cNvSpPr>
          <p:nvPr/>
        </p:nvSpPr>
        <p:spPr>
          <a:xfrm>
            <a:off x="2705100" y="3676650"/>
            <a:ext cx="2000250" cy="257175"/>
          </a:xfrm>
          <a:prstGeom prst="rect">
            <a:avLst/>
          </a:prstGeom>
          <a:noFill/>
          <a:ln w="0">
            <a:noFill/>
          </a:ln>
        </p:spPr>
        <p:txBody>
          <a:bodyPr wrap="square" lIns="0" tIns="0" rIns="0" bIns="0" anchor="t">
            <a:noAutofit/>
          </a:bodyPr>
          <a:lstStyle>
            <a:defPPr algn="ctr">
              <a:defRPr sz="1500" b="0">
                <a:solidFill>
                  <a:srgbClr val="287F77"/>
                </a:solidFill>
                <a:latin typeface="微软雅黑" panose="020B0503020204020204" charset="-122"/>
                <a:ea typeface="微软雅黑" panose="020B0503020204020204" charset="-122"/>
                <a:cs typeface="微软雅黑" panose="020B0503020204020204" charset="-122"/>
              </a:defRPr>
            </a:defPPr>
            <a:lvl1pPr algn="ctr">
              <a:defRPr sz="1500" b="0">
                <a:solidFill>
                  <a:srgbClr val="287F77"/>
                </a:solidFill>
                <a:latin typeface="微软雅黑" panose="020B0503020204020204" charset="-122"/>
                <a:ea typeface="微软雅黑" panose="020B0503020204020204" charset="-122"/>
                <a:cs typeface="微软雅黑" panose="020B0503020204020204" charset="-122"/>
              </a:defRPr>
            </a:lvl1pPr>
            <a:lvl2pPr algn="ctr">
              <a:defRPr sz="1500" b="0">
                <a:solidFill>
                  <a:srgbClr val="287F77"/>
                </a:solidFill>
                <a:latin typeface="微软雅黑" panose="020B0503020204020204" charset="-122"/>
                <a:ea typeface="微软雅黑" panose="020B0503020204020204" charset="-122"/>
                <a:cs typeface="微软雅黑" panose="020B0503020204020204" charset="-122"/>
              </a:defRPr>
            </a:lvl2pPr>
            <a:lvl3pPr algn="ctr">
              <a:defRPr sz="1500" b="0">
                <a:solidFill>
                  <a:srgbClr val="287F77"/>
                </a:solidFill>
                <a:latin typeface="微软雅黑" panose="020B0503020204020204" charset="-122"/>
                <a:ea typeface="微软雅黑" panose="020B0503020204020204" charset="-122"/>
                <a:cs typeface="微软雅黑" panose="020B0503020204020204" charset="-122"/>
              </a:defRPr>
            </a:lvl3pPr>
            <a:lvl4pPr algn="ctr">
              <a:defRPr sz="1500" b="0">
                <a:solidFill>
                  <a:srgbClr val="287F77"/>
                </a:solidFill>
                <a:latin typeface="微软雅黑" panose="020B0503020204020204" charset="-122"/>
                <a:ea typeface="微软雅黑" panose="020B0503020204020204" charset="-122"/>
                <a:cs typeface="微软雅黑" panose="020B0503020204020204" charset="-122"/>
              </a:defRPr>
            </a:lvl4pPr>
            <a:lvl5pPr algn="ctr">
              <a:defRPr sz="1500" b="0">
                <a:solidFill>
                  <a:srgbClr val="287F77"/>
                </a:solidFill>
                <a:latin typeface="微软雅黑" panose="020B0503020204020204" charset="-122"/>
                <a:ea typeface="微软雅黑" panose="020B0503020204020204" charset="-122"/>
                <a:cs typeface="微软雅黑" panose="020B0503020204020204" charset="-122"/>
              </a:defRPr>
            </a:lvl5pPr>
            <a:lvl6pPr algn="ctr">
              <a:defRPr sz="1500" b="0">
                <a:solidFill>
                  <a:srgbClr val="287F77"/>
                </a:solidFill>
                <a:latin typeface="微软雅黑" panose="020B0503020204020204" charset="-122"/>
                <a:ea typeface="微软雅黑" panose="020B0503020204020204" charset="-122"/>
                <a:cs typeface="微软雅黑" panose="020B0503020204020204" charset="-122"/>
              </a:defRPr>
            </a:lvl6pPr>
            <a:lvl7pPr algn="ctr">
              <a:defRPr sz="1500" b="0">
                <a:solidFill>
                  <a:srgbClr val="287F77"/>
                </a:solidFill>
                <a:latin typeface="微软雅黑" panose="020B0503020204020204" charset="-122"/>
                <a:ea typeface="微软雅黑" panose="020B0503020204020204" charset="-122"/>
                <a:cs typeface="微软雅黑" panose="020B0503020204020204" charset="-122"/>
              </a:defRPr>
            </a:lvl7pPr>
            <a:lvl8pPr algn="ctr">
              <a:defRPr sz="1500" b="0">
                <a:solidFill>
                  <a:srgbClr val="287F77"/>
                </a:solidFill>
                <a:latin typeface="微软雅黑" panose="020B0503020204020204" charset="-122"/>
                <a:ea typeface="微软雅黑" panose="020B0503020204020204" charset="-122"/>
                <a:cs typeface="微软雅黑" panose="020B0503020204020204" charset="-122"/>
              </a:defRPr>
            </a:lvl8pPr>
            <a:lvl9pPr algn="ctr">
              <a:defRPr sz="1500" b="0">
                <a:solidFill>
                  <a:srgbClr val="287F77"/>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287F77"/>
                </a:solidFill>
                <a:latin typeface="微软雅黑" panose="020B0503020204020204" charset="-122"/>
                <a:ea typeface="微软雅黑" panose="020B0503020204020204" charset="-122"/>
                <a:cs typeface="微软雅黑" panose="020B0503020204020204" charset="-122"/>
              </a:defRPr>
            </a:pPr>
            <a:r>
              <a:rPr sz="1500" b="0">
                <a:solidFill>
                  <a:srgbClr val="287F77"/>
                </a:solidFill>
                <a:latin typeface="微软雅黑" panose="020B0503020204020204" charset="-122"/>
                <a:ea typeface="微软雅黑" panose="020B0503020204020204" charset="-122"/>
                <a:cs typeface="微软雅黑" panose="020B0503020204020204" charset="-122"/>
              </a:rPr>
              <a:t>1 分   5 条生命</a:t>
            </a:r>
            <a:endParaRPr sz="1500" b="0">
              <a:solidFill>
                <a:srgbClr val="287F77"/>
              </a:solidFill>
              <a:latin typeface="微软雅黑" panose="020B0503020204020204" charset="-122"/>
              <a:ea typeface="微软雅黑" panose="020B0503020204020204" charset="-122"/>
              <a:cs typeface="微软雅黑" panose="020B0503020204020204" charset="-122"/>
            </a:endParaRPr>
          </a:p>
        </p:txBody>
      </p:sp>
      <p:sp>
        <p:nvSpPr>
          <p:cNvPr id="20" name="椭圆 19"/>
          <p:cNvSpPr>
            <a:spLocks noGrp="1"/>
          </p:cNvSpPr>
          <p:nvPr/>
        </p:nvSpPr>
        <p:spPr>
          <a:xfrm>
            <a:off x="4310378" y="2987511"/>
            <a:ext cx="152400" cy="152400"/>
          </a:xfrm>
          <a:prstGeom prst="ellipse">
            <a:avLst/>
          </a:prstGeom>
          <a:noFill/>
          <a:ln w="14288">
            <a:solidFill>
              <a:srgbClr val="F1C857"/>
            </a:solidFill>
          </a:ln>
        </p:spPr>
      </p:sp>
      <p:sp>
        <p:nvSpPr>
          <p:cNvPr id="21" name="接球 3/4"/>
          <p:cNvSpPr>
            <a:spLocks noGrp="1"/>
          </p:cNvSpPr>
          <p:nvPr/>
        </p:nvSpPr>
        <p:spPr>
          <a:xfrm>
            <a:off x="4886325" y="2095500"/>
            <a:ext cx="2000250" cy="285750"/>
          </a:xfrm>
          <a:prstGeom prst="rect">
            <a:avLst/>
          </a:prstGeom>
          <a:noFill/>
          <a:ln w="0">
            <a:noFill/>
          </a:ln>
        </p:spPr>
        <p:txBody>
          <a:bodyPr wrap="square" lIns="0" tIns="0" rIns="0" bIns="0" anchor="t">
            <a:noAutofit/>
          </a:bodyPr>
          <a:lstStyle>
            <a:defPPr algn="ctr">
              <a:defRPr sz="1725" b="1">
                <a:solidFill>
                  <a:srgbClr val="287F77"/>
                </a:solidFill>
                <a:latin typeface="微软雅黑" panose="020B0503020204020204" charset="-122"/>
                <a:ea typeface="微软雅黑" panose="020B0503020204020204" charset="-122"/>
                <a:cs typeface="微软雅黑" panose="020B0503020204020204" charset="-122"/>
              </a:defRPr>
            </a:defPPr>
            <a:lvl1pPr algn="ctr">
              <a:defRPr sz="1725" b="1">
                <a:solidFill>
                  <a:srgbClr val="287F77"/>
                </a:solidFill>
                <a:latin typeface="微软雅黑" panose="020B0503020204020204" charset="-122"/>
                <a:ea typeface="微软雅黑" panose="020B0503020204020204" charset="-122"/>
                <a:cs typeface="微软雅黑" panose="020B0503020204020204" charset="-122"/>
              </a:defRPr>
            </a:lvl1pPr>
            <a:lvl2pPr algn="ctr">
              <a:defRPr sz="1725" b="1">
                <a:solidFill>
                  <a:srgbClr val="287F77"/>
                </a:solidFill>
                <a:latin typeface="微软雅黑" panose="020B0503020204020204" charset="-122"/>
                <a:ea typeface="微软雅黑" panose="020B0503020204020204" charset="-122"/>
                <a:cs typeface="微软雅黑" panose="020B0503020204020204" charset="-122"/>
              </a:defRPr>
            </a:lvl2pPr>
            <a:lvl3pPr algn="ctr">
              <a:defRPr sz="1725" b="1">
                <a:solidFill>
                  <a:srgbClr val="287F77"/>
                </a:solidFill>
                <a:latin typeface="微软雅黑" panose="020B0503020204020204" charset="-122"/>
                <a:ea typeface="微软雅黑" panose="020B0503020204020204" charset="-122"/>
                <a:cs typeface="微软雅黑" panose="020B0503020204020204" charset="-122"/>
              </a:defRPr>
            </a:lvl3pPr>
            <a:lvl4pPr algn="ctr">
              <a:defRPr sz="1725" b="1">
                <a:solidFill>
                  <a:srgbClr val="287F77"/>
                </a:solidFill>
                <a:latin typeface="微软雅黑" panose="020B0503020204020204" charset="-122"/>
                <a:ea typeface="微软雅黑" panose="020B0503020204020204" charset="-122"/>
                <a:cs typeface="微软雅黑" panose="020B0503020204020204" charset="-122"/>
              </a:defRPr>
            </a:lvl4pPr>
            <a:lvl5pPr algn="ctr">
              <a:defRPr sz="1725" b="1">
                <a:solidFill>
                  <a:srgbClr val="287F77"/>
                </a:solidFill>
                <a:latin typeface="微软雅黑" panose="020B0503020204020204" charset="-122"/>
                <a:ea typeface="微软雅黑" panose="020B0503020204020204" charset="-122"/>
                <a:cs typeface="微软雅黑" panose="020B0503020204020204" charset="-122"/>
              </a:defRPr>
            </a:lvl5pPr>
            <a:lvl6pPr algn="ctr">
              <a:defRPr sz="1725" b="1">
                <a:solidFill>
                  <a:srgbClr val="287F77"/>
                </a:solidFill>
                <a:latin typeface="微软雅黑" panose="020B0503020204020204" charset="-122"/>
                <a:ea typeface="微软雅黑" panose="020B0503020204020204" charset="-122"/>
                <a:cs typeface="微软雅黑" panose="020B0503020204020204" charset="-122"/>
              </a:defRPr>
            </a:lvl6pPr>
            <a:lvl7pPr algn="ctr">
              <a:defRPr sz="1725" b="1">
                <a:solidFill>
                  <a:srgbClr val="287F77"/>
                </a:solidFill>
                <a:latin typeface="微软雅黑" panose="020B0503020204020204" charset="-122"/>
                <a:ea typeface="微软雅黑" panose="020B0503020204020204" charset="-122"/>
                <a:cs typeface="微软雅黑" panose="020B0503020204020204" charset="-122"/>
              </a:defRPr>
            </a:lvl7pPr>
            <a:lvl8pPr algn="ctr">
              <a:defRPr sz="1725" b="1">
                <a:solidFill>
                  <a:srgbClr val="287F77"/>
                </a:solidFill>
                <a:latin typeface="微软雅黑" panose="020B0503020204020204" charset="-122"/>
                <a:ea typeface="微软雅黑" panose="020B0503020204020204" charset="-122"/>
                <a:cs typeface="微软雅黑" panose="020B0503020204020204" charset="-122"/>
              </a:defRPr>
            </a:lvl8pPr>
            <a:lvl9pPr algn="ctr">
              <a:defRPr sz="1725" b="1">
                <a:solidFill>
                  <a:srgbClr val="287F77"/>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287F77"/>
                </a:solidFill>
                <a:latin typeface="微软雅黑" panose="020B0503020204020204" charset="-122"/>
                <a:ea typeface="微软雅黑" panose="020B0503020204020204" charset="-122"/>
                <a:cs typeface="微软雅黑" panose="020B0503020204020204" charset="-122"/>
              </a:defRPr>
            </a:pPr>
            <a:r>
              <a:rPr sz="1725" b="1">
                <a:solidFill>
                  <a:srgbClr val="287F77"/>
                </a:solidFill>
                <a:latin typeface="微软雅黑" panose="020B0503020204020204" charset="-122"/>
                <a:ea typeface="微软雅黑" panose="020B0503020204020204" charset="-122"/>
                <a:cs typeface="微软雅黑" panose="020B0503020204020204" charset="-122"/>
              </a:rPr>
              <a:t>接球 3/4</a:t>
            </a:r>
            <a:endParaRPr sz="1725" b="1">
              <a:solidFill>
                <a:srgbClr val="287F77"/>
              </a:solidFill>
              <a:latin typeface="微软雅黑" panose="020B0503020204020204" charset="-122"/>
              <a:ea typeface="微软雅黑" panose="020B0503020204020204" charset="-122"/>
              <a:cs typeface="微软雅黑" panose="020B0503020204020204" charset="-122"/>
            </a:endParaRPr>
          </a:p>
        </p:txBody>
      </p:sp>
      <p:sp>
        <p:nvSpPr>
          <p:cNvPr id="22" name="2.35s   帧 141"/>
          <p:cNvSpPr>
            <a:spLocks noGrp="1"/>
          </p:cNvSpPr>
          <p:nvPr/>
        </p:nvSpPr>
        <p:spPr>
          <a:xfrm>
            <a:off x="4886325" y="2400300"/>
            <a:ext cx="2000250" cy="266700"/>
          </a:xfrm>
          <a:prstGeom prst="rect">
            <a:avLst/>
          </a:prstGeom>
          <a:noFill/>
          <a:ln w="0">
            <a:noFill/>
          </a:ln>
        </p:spPr>
        <p:txBody>
          <a:bodyPr wrap="square" lIns="0" tIns="0" rIns="0" bIns="0" anchor="t">
            <a:noAutofit/>
          </a:bodyPr>
          <a:lstStyle>
            <a:defPPr algn="ctr">
              <a:defRPr sz="1500" b="0">
                <a:solidFill>
                  <a:srgbClr val="287F77"/>
                </a:solidFill>
                <a:latin typeface="微软雅黑" panose="020B0503020204020204" charset="-122"/>
                <a:ea typeface="微软雅黑" panose="020B0503020204020204" charset="-122"/>
                <a:cs typeface="微软雅黑" panose="020B0503020204020204" charset="-122"/>
              </a:defRPr>
            </a:defPPr>
            <a:lvl1pPr algn="ctr">
              <a:defRPr sz="1500" b="0">
                <a:solidFill>
                  <a:srgbClr val="287F77"/>
                </a:solidFill>
                <a:latin typeface="微软雅黑" panose="020B0503020204020204" charset="-122"/>
                <a:ea typeface="微软雅黑" panose="020B0503020204020204" charset="-122"/>
                <a:cs typeface="微软雅黑" panose="020B0503020204020204" charset="-122"/>
              </a:defRPr>
            </a:lvl1pPr>
            <a:lvl2pPr algn="ctr">
              <a:defRPr sz="1500" b="0">
                <a:solidFill>
                  <a:srgbClr val="287F77"/>
                </a:solidFill>
                <a:latin typeface="微软雅黑" panose="020B0503020204020204" charset="-122"/>
                <a:ea typeface="微软雅黑" panose="020B0503020204020204" charset="-122"/>
                <a:cs typeface="微软雅黑" panose="020B0503020204020204" charset="-122"/>
              </a:defRPr>
            </a:lvl2pPr>
            <a:lvl3pPr algn="ctr">
              <a:defRPr sz="1500" b="0">
                <a:solidFill>
                  <a:srgbClr val="287F77"/>
                </a:solidFill>
                <a:latin typeface="微软雅黑" panose="020B0503020204020204" charset="-122"/>
                <a:ea typeface="微软雅黑" panose="020B0503020204020204" charset="-122"/>
                <a:cs typeface="微软雅黑" panose="020B0503020204020204" charset="-122"/>
              </a:defRPr>
            </a:lvl3pPr>
            <a:lvl4pPr algn="ctr">
              <a:defRPr sz="1500" b="0">
                <a:solidFill>
                  <a:srgbClr val="287F77"/>
                </a:solidFill>
                <a:latin typeface="微软雅黑" panose="020B0503020204020204" charset="-122"/>
                <a:ea typeface="微软雅黑" panose="020B0503020204020204" charset="-122"/>
                <a:cs typeface="微软雅黑" panose="020B0503020204020204" charset="-122"/>
              </a:defRPr>
            </a:lvl4pPr>
            <a:lvl5pPr algn="ctr">
              <a:defRPr sz="1500" b="0">
                <a:solidFill>
                  <a:srgbClr val="287F77"/>
                </a:solidFill>
                <a:latin typeface="微软雅黑" panose="020B0503020204020204" charset="-122"/>
                <a:ea typeface="微软雅黑" panose="020B0503020204020204" charset="-122"/>
                <a:cs typeface="微软雅黑" panose="020B0503020204020204" charset="-122"/>
              </a:defRPr>
            </a:lvl5pPr>
            <a:lvl6pPr algn="ctr">
              <a:defRPr sz="1500" b="0">
                <a:solidFill>
                  <a:srgbClr val="287F77"/>
                </a:solidFill>
                <a:latin typeface="微软雅黑" panose="020B0503020204020204" charset="-122"/>
                <a:ea typeface="微软雅黑" panose="020B0503020204020204" charset="-122"/>
                <a:cs typeface="微软雅黑" panose="020B0503020204020204" charset="-122"/>
              </a:defRPr>
            </a:lvl6pPr>
            <a:lvl7pPr algn="ctr">
              <a:defRPr sz="1500" b="0">
                <a:solidFill>
                  <a:srgbClr val="287F77"/>
                </a:solidFill>
                <a:latin typeface="微软雅黑" panose="020B0503020204020204" charset="-122"/>
                <a:ea typeface="微软雅黑" panose="020B0503020204020204" charset="-122"/>
                <a:cs typeface="微软雅黑" panose="020B0503020204020204" charset="-122"/>
              </a:defRPr>
            </a:lvl7pPr>
            <a:lvl8pPr algn="ctr">
              <a:defRPr sz="1500" b="0">
                <a:solidFill>
                  <a:srgbClr val="287F77"/>
                </a:solidFill>
                <a:latin typeface="微软雅黑" panose="020B0503020204020204" charset="-122"/>
                <a:ea typeface="微软雅黑" panose="020B0503020204020204" charset="-122"/>
                <a:cs typeface="微软雅黑" panose="020B0503020204020204" charset="-122"/>
              </a:defRPr>
            </a:lvl8pPr>
            <a:lvl9pPr algn="ctr">
              <a:defRPr sz="1500" b="0">
                <a:solidFill>
                  <a:srgbClr val="287F77"/>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287F77"/>
                </a:solidFill>
                <a:latin typeface="微软雅黑" panose="020B0503020204020204" charset="-122"/>
                <a:ea typeface="微软雅黑" panose="020B0503020204020204" charset="-122"/>
                <a:cs typeface="微软雅黑" panose="020B0503020204020204" charset="-122"/>
              </a:defRPr>
            </a:pPr>
            <a:r>
              <a:rPr sz="1500" b="0">
                <a:solidFill>
                  <a:srgbClr val="287F77"/>
                </a:solidFill>
                <a:latin typeface="微软雅黑" panose="020B0503020204020204" charset="-122"/>
                <a:ea typeface="微软雅黑" panose="020B0503020204020204" charset="-122"/>
                <a:cs typeface="微软雅黑" panose="020B0503020204020204" charset="-122"/>
              </a:rPr>
              <a:t>2.35s   帧 141</a:t>
            </a:r>
            <a:endParaRPr sz="1500" b="0">
              <a:solidFill>
                <a:srgbClr val="287F77"/>
              </a:solidFill>
              <a:latin typeface="微软雅黑" panose="020B0503020204020204" charset="-122"/>
              <a:ea typeface="微软雅黑" panose="020B0503020204020204" charset="-122"/>
              <a:cs typeface="微软雅黑" panose="020B0503020204020204" charset="-122"/>
            </a:endParaRPr>
          </a:p>
        </p:txBody>
      </p:sp>
      <p:pic>
        <p:nvPicPr>
          <p:cNvPr id="23" name="图片 22"/>
          <p:cNvPicPr>
            <a:picLocks noChangeAspect="1"/>
          </p:cNvPicPr>
          <p:nvPr/>
        </p:nvPicPr>
        <p:blipFill>
          <a:blip r:embed="rId5"/>
          <a:stretch>
            <a:fillRect/>
          </a:stretch>
        </p:blipFill>
        <p:spPr>
          <a:xfrm>
            <a:off x="4886325" y="2686050"/>
            <a:ext cx="2000250" cy="937617"/>
          </a:xfrm>
          <a:prstGeom prst="rect">
            <a:avLst/>
          </a:prstGeom>
        </p:spPr>
      </p:pic>
      <p:sp>
        <p:nvSpPr>
          <p:cNvPr id="24" name="1 分   5 条生命"/>
          <p:cNvSpPr>
            <a:spLocks noGrp="1"/>
          </p:cNvSpPr>
          <p:nvPr/>
        </p:nvSpPr>
        <p:spPr>
          <a:xfrm>
            <a:off x="4886325" y="3676650"/>
            <a:ext cx="2000250" cy="257175"/>
          </a:xfrm>
          <a:prstGeom prst="rect">
            <a:avLst/>
          </a:prstGeom>
          <a:noFill/>
          <a:ln w="0">
            <a:noFill/>
          </a:ln>
        </p:spPr>
        <p:txBody>
          <a:bodyPr wrap="square" lIns="0" tIns="0" rIns="0" bIns="0" anchor="t">
            <a:noAutofit/>
          </a:bodyPr>
          <a:lstStyle>
            <a:defPPr algn="ctr">
              <a:defRPr sz="1500" b="0">
                <a:solidFill>
                  <a:srgbClr val="287F77"/>
                </a:solidFill>
                <a:latin typeface="微软雅黑" panose="020B0503020204020204" charset="-122"/>
                <a:ea typeface="微软雅黑" panose="020B0503020204020204" charset="-122"/>
                <a:cs typeface="微软雅黑" panose="020B0503020204020204" charset="-122"/>
              </a:defRPr>
            </a:defPPr>
            <a:lvl1pPr algn="ctr">
              <a:defRPr sz="1500" b="0">
                <a:solidFill>
                  <a:srgbClr val="287F77"/>
                </a:solidFill>
                <a:latin typeface="微软雅黑" panose="020B0503020204020204" charset="-122"/>
                <a:ea typeface="微软雅黑" panose="020B0503020204020204" charset="-122"/>
                <a:cs typeface="微软雅黑" panose="020B0503020204020204" charset="-122"/>
              </a:defRPr>
            </a:lvl1pPr>
            <a:lvl2pPr algn="ctr">
              <a:defRPr sz="1500" b="0">
                <a:solidFill>
                  <a:srgbClr val="287F77"/>
                </a:solidFill>
                <a:latin typeface="微软雅黑" panose="020B0503020204020204" charset="-122"/>
                <a:ea typeface="微软雅黑" panose="020B0503020204020204" charset="-122"/>
                <a:cs typeface="微软雅黑" panose="020B0503020204020204" charset="-122"/>
              </a:defRPr>
            </a:lvl2pPr>
            <a:lvl3pPr algn="ctr">
              <a:defRPr sz="1500" b="0">
                <a:solidFill>
                  <a:srgbClr val="287F77"/>
                </a:solidFill>
                <a:latin typeface="微软雅黑" panose="020B0503020204020204" charset="-122"/>
                <a:ea typeface="微软雅黑" panose="020B0503020204020204" charset="-122"/>
                <a:cs typeface="微软雅黑" panose="020B0503020204020204" charset="-122"/>
              </a:defRPr>
            </a:lvl3pPr>
            <a:lvl4pPr algn="ctr">
              <a:defRPr sz="1500" b="0">
                <a:solidFill>
                  <a:srgbClr val="287F77"/>
                </a:solidFill>
                <a:latin typeface="微软雅黑" panose="020B0503020204020204" charset="-122"/>
                <a:ea typeface="微软雅黑" panose="020B0503020204020204" charset="-122"/>
                <a:cs typeface="微软雅黑" panose="020B0503020204020204" charset="-122"/>
              </a:defRPr>
            </a:lvl4pPr>
            <a:lvl5pPr algn="ctr">
              <a:defRPr sz="1500" b="0">
                <a:solidFill>
                  <a:srgbClr val="287F77"/>
                </a:solidFill>
                <a:latin typeface="微软雅黑" panose="020B0503020204020204" charset="-122"/>
                <a:ea typeface="微软雅黑" panose="020B0503020204020204" charset="-122"/>
                <a:cs typeface="微软雅黑" panose="020B0503020204020204" charset="-122"/>
              </a:defRPr>
            </a:lvl5pPr>
            <a:lvl6pPr algn="ctr">
              <a:defRPr sz="1500" b="0">
                <a:solidFill>
                  <a:srgbClr val="287F77"/>
                </a:solidFill>
                <a:latin typeface="微软雅黑" panose="020B0503020204020204" charset="-122"/>
                <a:ea typeface="微软雅黑" panose="020B0503020204020204" charset="-122"/>
                <a:cs typeface="微软雅黑" panose="020B0503020204020204" charset="-122"/>
              </a:defRPr>
            </a:lvl6pPr>
            <a:lvl7pPr algn="ctr">
              <a:defRPr sz="1500" b="0">
                <a:solidFill>
                  <a:srgbClr val="287F77"/>
                </a:solidFill>
                <a:latin typeface="微软雅黑" panose="020B0503020204020204" charset="-122"/>
                <a:ea typeface="微软雅黑" panose="020B0503020204020204" charset="-122"/>
                <a:cs typeface="微软雅黑" panose="020B0503020204020204" charset="-122"/>
              </a:defRPr>
            </a:lvl7pPr>
            <a:lvl8pPr algn="ctr">
              <a:defRPr sz="1500" b="0">
                <a:solidFill>
                  <a:srgbClr val="287F77"/>
                </a:solidFill>
                <a:latin typeface="微软雅黑" panose="020B0503020204020204" charset="-122"/>
                <a:ea typeface="微软雅黑" panose="020B0503020204020204" charset="-122"/>
                <a:cs typeface="微软雅黑" panose="020B0503020204020204" charset="-122"/>
              </a:defRPr>
            </a:lvl8pPr>
            <a:lvl9pPr algn="ctr">
              <a:defRPr sz="1500" b="0">
                <a:solidFill>
                  <a:srgbClr val="287F77"/>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287F77"/>
                </a:solidFill>
                <a:latin typeface="微软雅黑" panose="020B0503020204020204" charset="-122"/>
                <a:ea typeface="微软雅黑" panose="020B0503020204020204" charset="-122"/>
                <a:cs typeface="微软雅黑" panose="020B0503020204020204" charset="-122"/>
              </a:defRPr>
            </a:pPr>
            <a:r>
              <a:rPr sz="1500" b="0">
                <a:solidFill>
                  <a:srgbClr val="287F77"/>
                </a:solidFill>
                <a:latin typeface="微软雅黑" panose="020B0503020204020204" charset="-122"/>
                <a:ea typeface="微软雅黑" panose="020B0503020204020204" charset="-122"/>
                <a:cs typeface="微软雅黑" panose="020B0503020204020204" charset="-122"/>
              </a:rPr>
              <a:t>1 分   5 条生命</a:t>
            </a:r>
            <a:endParaRPr sz="1500" b="0">
              <a:solidFill>
                <a:srgbClr val="287F77"/>
              </a:solidFill>
              <a:latin typeface="微软雅黑" panose="020B0503020204020204" charset="-122"/>
              <a:ea typeface="微软雅黑" panose="020B0503020204020204" charset="-122"/>
              <a:cs typeface="微软雅黑" panose="020B0503020204020204" charset="-122"/>
            </a:endParaRPr>
          </a:p>
        </p:txBody>
      </p:sp>
      <p:sp>
        <p:nvSpPr>
          <p:cNvPr id="25" name="椭圆 24"/>
          <p:cNvSpPr>
            <a:spLocks noGrp="1"/>
          </p:cNvSpPr>
          <p:nvPr/>
        </p:nvSpPr>
        <p:spPr>
          <a:xfrm>
            <a:off x="6543704" y="3261875"/>
            <a:ext cx="152400" cy="152400"/>
          </a:xfrm>
          <a:prstGeom prst="ellipse">
            <a:avLst/>
          </a:prstGeom>
          <a:noFill/>
          <a:ln w="14288">
            <a:solidFill>
              <a:srgbClr val="F1C857"/>
            </a:solidFill>
          </a:ln>
        </p:spPr>
      </p:sp>
      <p:sp>
        <p:nvSpPr>
          <p:cNvPr id="26" name="接球 4/4"/>
          <p:cNvSpPr>
            <a:spLocks noGrp="1"/>
          </p:cNvSpPr>
          <p:nvPr/>
        </p:nvSpPr>
        <p:spPr>
          <a:xfrm>
            <a:off x="7067550" y="2095500"/>
            <a:ext cx="2000250" cy="285750"/>
          </a:xfrm>
          <a:prstGeom prst="rect">
            <a:avLst/>
          </a:prstGeom>
          <a:noFill/>
          <a:ln w="0">
            <a:noFill/>
          </a:ln>
        </p:spPr>
        <p:txBody>
          <a:bodyPr wrap="square" lIns="0" tIns="0" rIns="0" bIns="0" anchor="t">
            <a:noAutofit/>
          </a:bodyPr>
          <a:lstStyle>
            <a:defPPr algn="ctr">
              <a:defRPr sz="1725" b="1">
                <a:solidFill>
                  <a:srgbClr val="287F77"/>
                </a:solidFill>
                <a:latin typeface="微软雅黑" panose="020B0503020204020204" charset="-122"/>
                <a:ea typeface="微软雅黑" panose="020B0503020204020204" charset="-122"/>
                <a:cs typeface="微软雅黑" panose="020B0503020204020204" charset="-122"/>
              </a:defRPr>
            </a:defPPr>
            <a:lvl1pPr algn="ctr">
              <a:defRPr sz="1725" b="1">
                <a:solidFill>
                  <a:srgbClr val="287F77"/>
                </a:solidFill>
                <a:latin typeface="微软雅黑" panose="020B0503020204020204" charset="-122"/>
                <a:ea typeface="微软雅黑" panose="020B0503020204020204" charset="-122"/>
                <a:cs typeface="微软雅黑" panose="020B0503020204020204" charset="-122"/>
              </a:defRPr>
            </a:lvl1pPr>
            <a:lvl2pPr algn="ctr">
              <a:defRPr sz="1725" b="1">
                <a:solidFill>
                  <a:srgbClr val="287F77"/>
                </a:solidFill>
                <a:latin typeface="微软雅黑" panose="020B0503020204020204" charset="-122"/>
                <a:ea typeface="微软雅黑" panose="020B0503020204020204" charset="-122"/>
                <a:cs typeface="微软雅黑" panose="020B0503020204020204" charset="-122"/>
              </a:defRPr>
            </a:lvl2pPr>
            <a:lvl3pPr algn="ctr">
              <a:defRPr sz="1725" b="1">
                <a:solidFill>
                  <a:srgbClr val="287F77"/>
                </a:solidFill>
                <a:latin typeface="微软雅黑" panose="020B0503020204020204" charset="-122"/>
                <a:ea typeface="微软雅黑" panose="020B0503020204020204" charset="-122"/>
                <a:cs typeface="微软雅黑" panose="020B0503020204020204" charset="-122"/>
              </a:defRPr>
            </a:lvl3pPr>
            <a:lvl4pPr algn="ctr">
              <a:defRPr sz="1725" b="1">
                <a:solidFill>
                  <a:srgbClr val="287F77"/>
                </a:solidFill>
                <a:latin typeface="微软雅黑" panose="020B0503020204020204" charset="-122"/>
                <a:ea typeface="微软雅黑" panose="020B0503020204020204" charset="-122"/>
                <a:cs typeface="微软雅黑" panose="020B0503020204020204" charset="-122"/>
              </a:defRPr>
            </a:lvl4pPr>
            <a:lvl5pPr algn="ctr">
              <a:defRPr sz="1725" b="1">
                <a:solidFill>
                  <a:srgbClr val="287F77"/>
                </a:solidFill>
                <a:latin typeface="微软雅黑" panose="020B0503020204020204" charset="-122"/>
                <a:ea typeface="微软雅黑" panose="020B0503020204020204" charset="-122"/>
                <a:cs typeface="微软雅黑" panose="020B0503020204020204" charset="-122"/>
              </a:defRPr>
            </a:lvl5pPr>
            <a:lvl6pPr algn="ctr">
              <a:defRPr sz="1725" b="1">
                <a:solidFill>
                  <a:srgbClr val="287F77"/>
                </a:solidFill>
                <a:latin typeface="微软雅黑" panose="020B0503020204020204" charset="-122"/>
                <a:ea typeface="微软雅黑" panose="020B0503020204020204" charset="-122"/>
                <a:cs typeface="微软雅黑" panose="020B0503020204020204" charset="-122"/>
              </a:defRPr>
            </a:lvl6pPr>
            <a:lvl7pPr algn="ctr">
              <a:defRPr sz="1725" b="1">
                <a:solidFill>
                  <a:srgbClr val="287F77"/>
                </a:solidFill>
                <a:latin typeface="微软雅黑" panose="020B0503020204020204" charset="-122"/>
                <a:ea typeface="微软雅黑" panose="020B0503020204020204" charset="-122"/>
                <a:cs typeface="微软雅黑" panose="020B0503020204020204" charset="-122"/>
              </a:defRPr>
            </a:lvl7pPr>
            <a:lvl8pPr algn="ctr">
              <a:defRPr sz="1725" b="1">
                <a:solidFill>
                  <a:srgbClr val="287F77"/>
                </a:solidFill>
                <a:latin typeface="微软雅黑" panose="020B0503020204020204" charset="-122"/>
                <a:ea typeface="微软雅黑" panose="020B0503020204020204" charset="-122"/>
                <a:cs typeface="微软雅黑" panose="020B0503020204020204" charset="-122"/>
              </a:defRPr>
            </a:lvl8pPr>
            <a:lvl9pPr algn="ctr">
              <a:defRPr sz="1725" b="1">
                <a:solidFill>
                  <a:srgbClr val="287F77"/>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287F77"/>
                </a:solidFill>
                <a:latin typeface="微软雅黑" panose="020B0503020204020204" charset="-122"/>
                <a:ea typeface="微软雅黑" panose="020B0503020204020204" charset="-122"/>
                <a:cs typeface="微软雅黑" panose="020B0503020204020204" charset="-122"/>
              </a:defRPr>
            </a:pPr>
            <a:r>
              <a:rPr sz="1725" b="1">
                <a:solidFill>
                  <a:srgbClr val="287F77"/>
                </a:solidFill>
                <a:latin typeface="微软雅黑" panose="020B0503020204020204" charset="-122"/>
                <a:ea typeface="微软雅黑" panose="020B0503020204020204" charset="-122"/>
                <a:cs typeface="微软雅黑" panose="020B0503020204020204" charset="-122"/>
              </a:rPr>
              <a:t>接球 4/4</a:t>
            </a:r>
            <a:endParaRPr sz="1725" b="1">
              <a:solidFill>
                <a:srgbClr val="287F77"/>
              </a:solidFill>
              <a:latin typeface="微软雅黑" panose="020B0503020204020204" charset="-122"/>
              <a:ea typeface="微软雅黑" panose="020B0503020204020204" charset="-122"/>
              <a:cs typeface="微软雅黑" panose="020B0503020204020204" charset="-122"/>
            </a:endParaRPr>
          </a:p>
        </p:txBody>
      </p:sp>
      <p:sp>
        <p:nvSpPr>
          <p:cNvPr id="27" name="2.55s   帧 153"/>
          <p:cNvSpPr>
            <a:spLocks noGrp="1"/>
          </p:cNvSpPr>
          <p:nvPr/>
        </p:nvSpPr>
        <p:spPr>
          <a:xfrm>
            <a:off x="7067550" y="2400300"/>
            <a:ext cx="2000250" cy="266700"/>
          </a:xfrm>
          <a:prstGeom prst="rect">
            <a:avLst/>
          </a:prstGeom>
          <a:noFill/>
          <a:ln w="0">
            <a:noFill/>
          </a:ln>
        </p:spPr>
        <p:txBody>
          <a:bodyPr wrap="square" lIns="0" tIns="0" rIns="0" bIns="0" anchor="t">
            <a:noAutofit/>
          </a:bodyPr>
          <a:lstStyle>
            <a:defPPr algn="ctr">
              <a:defRPr sz="1500" b="0">
                <a:solidFill>
                  <a:srgbClr val="287F77"/>
                </a:solidFill>
                <a:latin typeface="微软雅黑" panose="020B0503020204020204" charset="-122"/>
                <a:ea typeface="微软雅黑" panose="020B0503020204020204" charset="-122"/>
                <a:cs typeface="微软雅黑" panose="020B0503020204020204" charset="-122"/>
              </a:defRPr>
            </a:defPPr>
            <a:lvl1pPr algn="ctr">
              <a:defRPr sz="1500" b="0">
                <a:solidFill>
                  <a:srgbClr val="287F77"/>
                </a:solidFill>
                <a:latin typeface="微软雅黑" panose="020B0503020204020204" charset="-122"/>
                <a:ea typeface="微软雅黑" panose="020B0503020204020204" charset="-122"/>
                <a:cs typeface="微软雅黑" panose="020B0503020204020204" charset="-122"/>
              </a:defRPr>
            </a:lvl1pPr>
            <a:lvl2pPr algn="ctr">
              <a:defRPr sz="1500" b="0">
                <a:solidFill>
                  <a:srgbClr val="287F77"/>
                </a:solidFill>
                <a:latin typeface="微软雅黑" panose="020B0503020204020204" charset="-122"/>
                <a:ea typeface="微软雅黑" panose="020B0503020204020204" charset="-122"/>
                <a:cs typeface="微软雅黑" panose="020B0503020204020204" charset="-122"/>
              </a:defRPr>
            </a:lvl2pPr>
            <a:lvl3pPr algn="ctr">
              <a:defRPr sz="1500" b="0">
                <a:solidFill>
                  <a:srgbClr val="287F77"/>
                </a:solidFill>
                <a:latin typeface="微软雅黑" panose="020B0503020204020204" charset="-122"/>
                <a:ea typeface="微软雅黑" panose="020B0503020204020204" charset="-122"/>
                <a:cs typeface="微软雅黑" panose="020B0503020204020204" charset="-122"/>
              </a:defRPr>
            </a:lvl3pPr>
            <a:lvl4pPr algn="ctr">
              <a:defRPr sz="1500" b="0">
                <a:solidFill>
                  <a:srgbClr val="287F77"/>
                </a:solidFill>
                <a:latin typeface="微软雅黑" panose="020B0503020204020204" charset="-122"/>
                <a:ea typeface="微软雅黑" panose="020B0503020204020204" charset="-122"/>
                <a:cs typeface="微软雅黑" panose="020B0503020204020204" charset="-122"/>
              </a:defRPr>
            </a:lvl4pPr>
            <a:lvl5pPr algn="ctr">
              <a:defRPr sz="1500" b="0">
                <a:solidFill>
                  <a:srgbClr val="287F77"/>
                </a:solidFill>
                <a:latin typeface="微软雅黑" panose="020B0503020204020204" charset="-122"/>
                <a:ea typeface="微软雅黑" panose="020B0503020204020204" charset="-122"/>
                <a:cs typeface="微软雅黑" panose="020B0503020204020204" charset="-122"/>
              </a:defRPr>
            </a:lvl5pPr>
            <a:lvl6pPr algn="ctr">
              <a:defRPr sz="1500" b="0">
                <a:solidFill>
                  <a:srgbClr val="287F77"/>
                </a:solidFill>
                <a:latin typeface="微软雅黑" panose="020B0503020204020204" charset="-122"/>
                <a:ea typeface="微软雅黑" panose="020B0503020204020204" charset="-122"/>
                <a:cs typeface="微软雅黑" panose="020B0503020204020204" charset="-122"/>
              </a:defRPr>
            </a:lvl6pPr>
            <a:lvl7pPr algn="ctr">
              <a:defRPr sz="1500" b="0">
                <a:solidFill>
                  <a:srgbClr val="287F77"/>
                </a:solidFill>
                <a:latin typeface="微软雅黑" panose="020B0503020204020204" charset="-122"/>
                <a:ea typeface="微软雅黑" panose="020B0503020204020204" charset="-122"/>
                <a:cs typeface="微软雅黑" panose="020B0503020204020204" charset="-122"/>
              </a:defRPr>
            </a:lvl7pPr>
            <a:lvl8pPr algn="ctr">
              <a:defRPr sz="1500" b="0">
                <a:solidFill>
                  <a:srgbClr val="287F77"/>
                </a:solidFill>
                <a:latin typeface="微软雅黑" panose="020B0503020204020204" charset="-122"/>
                <a:ea typeface="微软雅黑" panose="020B0503020204020204" charset="-122"/>
                <a:cs typeface="微软雅黑" panose="020B0503020204020204" charset="-122"/>
              </a:defRPr>
            </a:lvl8pPr>
            <a:lvl9pPr algn="ctr">
              <a:defRPr sz="1500" b="0">
                <a:solidFill>
                  <a:srgbClr val="287F77"/>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287F77"/>
                </a:solidFill>
                <a:latin typeface="微软雅黑" panose="020B0503020204020204" charset="-122"/>
                <a:ea typeface="微软雅黑" panose="020B0503020204020204" charset="-122"/>
                <a:cs typeface="微软雅黑" panose="020B0503020204020204" charset="-122"/>
              </a:defRPr>
            </a:pPr>
            <a:r>
              <a:rPr sz="1500" b="0">
                <a:solidFill>
                  <a:srgbClr val="287F77"/>
                </a:solidFill>
                <a:latin typeface="微软雅黑" panose="020B0503020204020204" charset="-122"/>
                <a:ea typeface="微软雅黑" panose="020B0503020204020204" charset="-122"/>
                <a:cs typeface="微软雅黑" panose="020B0503020204020204" charset="-122"/>
              </a:rPr>
              <a:t>2.55s   帧 153</a:t>
            </a:r>
            <a:endParaRPr sz="1500" b="0">
              <a:solidFill>
                <a:srgbClr val="287F77"/>
              </a:solidFill>
              <a:latin typeface="微软雅黑" panose="020B0503020204020204" charset="-122"/>
              <a:ea typeface="微软雅黑" panose="020B0503020204020204" charset="-122"/>
              <a:cs typeface="微软雅黑" panose="020B0503020204020204" charset="-122"/>
            </a:endParaRPr>
          </a:p>
        </p:txBody>
      </p:sp>
      <p:pic>
        <p:nvPicPr>
          <p:cNvPr id="28" name="图片 27"/>
          <p:cNvPicPr>
            <a:picLocks noChangeAspect="1"/>
          </p:cNvPicPr>
          <p:nvPr/>
        </p:nvPicPr>
        <p:blipFill>
          <a:blip r:embed="rId6"/>
          <a:stretch>
            <a:fillRect/>
          </a:stretch>
        </p:blipFill>
        <p:spPr>
          <a:xfrm>
            <a:off x="7067550" y="2686050"/>
            <a:ext cx="2000250" cy="937617"/>
          </a:xfrm>
          <a:prstGeom prst="rect">
            <a:avLst/>
          </a:prstGeom>
        </p:spPr>
      </p:pic>
      <p:sp>
        <p:nvSpPr>
          <p:cNvPr id="29" name="1 分   5 条生命"/>
          <p:cNvSpPr>
            <a:spLocks noGrp="1"/>
          </p:cNvSpPr>
          <p:nvPr/>
        </p:nvSpPr>
        <p:spPr>
          <a:xfrm>
            <a:off x="7067550" y="3676650"/>
            <a:ext cx="2000250" cy="257175"/>
          </a:xfrm>
          <a:prstGeom prst="rect">
            <a:avLst/>
          </a:prstGeom>
          <a:noFill/>
          <a:ln w="0">
            <a:noFill/>
          </a:ln>
        </p:spPr>
        <p:txBody>
          <a:bodyPr wrap="square" lIns="0" tIns="0" rIns="0" bIns="0" anchor="t">
            <a:noAutofit/>
          </a:bodyPr>
          <a:lstStyle>
            <a:defPPr algn="ctr">
              <a:defRPr sz="1500" b="0">
                <a:solidFill>
                  <a:srgbClr val="287F77"/>
                </a:solidFill>
                <a:latin typeface="微软雅黑" panose="020B0503020204020204" charset="-122"/>
                <a:ea typeface="微软雅黑" panose="020B0503020204020204" charset="-122"/>
                <a:cs typeface="微软雅黑" panose="020B0503020204020204" charset="-122"/>
              </a:defRPr>
            </a:defPPr>
            <a:lvl1pPr algn="ctr">
              <a:defRPr sz="1500" b="0">
                <a:solidFill>
                  <a:srgbClr val="287F77"/>
                </a:solidFill>
                <a:latin typeface="微软雅黑" panose="020B0503020204020204" charset="-122"/>
                <a:ea typeface="微软雅黑" panose="020B0503020204020204" charset="-122"/>
                <a:cs typeface="微软雅黑" panose="020B0503020204020204" charset="-122"/>
              </a:defRPr>
            </a:lvl1pPr>
            <a:lvl2pPr algn="ctr">
              <a:defRPr sz="1500" b="0">
                <a:solidFill>
                  <a:srgbClr val="287F77"/>
                </a:solidFill>
                <a:latin typeface="微软雅黑" panose="020B0503020204020204" charset="-122"/>
                <a:ea typeface="微软雅黑" panose="020B0503020204020204" charset="-122"/>
                <a:cs typeface="微软雅黑" panose="020B0503020204020204" charset="-122"/>
              </a:defRPr>
            </a:lvl2pPr>
            <a:lvl3pPr algn="ctr">
              <a:defRPr sz="1500" b="0">
                <a:solidFill>
                  <a:srgbClr val="287F77"/>
                </a:solidFill>
                <a:latin typeface="微软雅黑" panose="020B0503020204020204" charset="-122"/>
                <a:ea typeface="微软雅黑" panose="020B0503020204020204" charset="-122"/>
                <a:cs typeface="微软雅黑" panose="020B0503020204020204" charset="-122"/>
              </a:defRPr>
            </a:lvl3pPr>
            <a:lvl4pPr algn="ctr">
              <a:defRPr sz="1500" b="0">
                <a:solidFill>
                  <a:srgbClr val="287F77"/>
                </a:solidFill>
                <a:latin typeface="微软雅黑" panose="020B0503020204020204" charset="-122"/>
                <a:ea typeface="微软雅黑" panose="020B0503020204020204" charset="-122"/>
                <a:cs typeface="微软雅黑" panose="020B0503020204020204" charset="-122"/>
              </a:defRPr>
            </a:lvl4pPr>
            <a:lvl5pPr algn="ctr">
              <a:defRPr sz="1500" b="0">
                <a:solidFill>
                  <a:srgbClr val="287F77"/>
                </a:solidFill>
                <a:latin typeface="微软雅黑" panose="020B0503020204020204" charset="-122"/>
                <a:ea typeface="微软雅黑" panose="020B0503020204020204" charset="-122"/>
                <a:cs typeface="微软雅黑" panose="020B0503020204020204" charset="-122"/>
              </a:defRPr>
            </a:lvl5pPr>
            <a:lvl6pPr algn="ctr">
              <a:defRPr sz="1500" b="0">
                <a:solidFill>
                  <a:srgbClr val="287F77"/>
                </a:solidFill>
                <a:latin typeface="微软雅黑" panose="020B0503020204020204" charset="-122"/>
                <a:ea typeface="微软雅黑" panose="020B0503020204020204" charset="-122"/>
                <a:cs typeface="微软雅黑" panose="020B0503020204020204" charset="-122"/>
              </a:defRPr>
            </a:lvl6pPr>
            <a:lvl7pPr algn="ctr">
              <a:defRPr sz="1500" b="0">
                <a:solidFill>
                  <a:srgbClr val="287F77"/>
                </a:solidFill>
                <a:latin typeface="微软雅黑" panose="020B0503020204020204" charset="-122"/>
                <a:ea typeface="微软雅黑" panose="020B0503020204020204" charset="-122"/>
                <a:cs typeface="微软雅黑" panose="020B0503020204020204" charset="-122"/>
              </a:defRPr>
            </a:lvl7pPr>
            <a:lvl8pPr algn="ctr">
              <a:defRPr sz="1500" b="0">
                <a:solidFill>
                  <a:srgbClr val="287F77"/>
                </a:solidFill>
                <a:latin typeface="微软雅黑" panose="020B0503020204020204" charset="-122"/>
                <a:ea typeface="微软雅黑" panose="020B0503020204020204" charset="-122"/>
                <a:cs typeface="微软雅黑" panose="020B0503020204020204" charset="-122"/>
              </a:defRPr>
            </a:lvl8pPr>
            <a:lvl9pPr algn="ctr">
              <a:defRPr sz="1500" b="0">
                <a:solidFill>
                  <a:srgbClr val="287F77"/>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287F77"/>
                </a:solidFill>
                <a:latin typeface="微软雅黑" panose="020B0503020204020204" charset="-122"/>
                <a:ea typeface="微软雅黑" panose="020B0503020204020204" charset="-122"/>
                <a:cs typeface="微软雅黑" panose="020B0503020204020204" charset="-122"/>
              </a:defRPr>
            </a:pPr>
            <a:r>
              <a:rPr sz="1500" b="0">
                <a:solidFill>
                  <a:srgbClr val="287F77"/>
                </a:solidFill>
                <a:latin typeface="微软雅黑" panose="020B0503020204020204" charset="-122"/>
                <a:ea typeface="微软雅黑" panose="020B0503020204020204" charset="-122"/>
                <a:cs typeface="微软雅黑" panose="020B0503020204020204" charset="-122"/>
              </a:rPr>
              <a:t>1 分   5 条生命</a:t>
            </a:r>
            <a:endParaRPr sz="1500" b="0">
              <a:solidFill>
                <a:srgbClr val="287F77"/>
              </a:solidFill>
              <a:latin typeface="微软雅黑" panose="020B0503020204020204" charset="-122"/>
              <a:ea typeface="微软雅黑" panose="020B0503020204020204" charset="-122"/>
              <a:cs typeface="微软雅黑" panose="020B0503020204020204" charset="-122"/>
            </a:endParaRPr>
          </a:p>
        </p:txBody>
      </p:sp>
      <p:sp>
        <p:nvSpPr>
          <p:cNvPr id="30" name="椭圆 29"/>
          <p:cNvSpPr>
            <a:spLocks noGrp="1"/>
          </p:cNvSpPr>
          <p:nvPr/>
        </p:nvSpPr>
        <p:spPr>
          <a:xfrm>
            <a:off x="8777030" y="2966396"/>
            <a:ext cx="152400" cy="152400"/>
          </a:xfrm>
          <a:prstGeom prst="ellipse">
            <a:avLst/>
          </a:prstGeom>
          <a:noFill/>
          <a:ln w="14288">
            <a:solidFill>
              <a:srgbClr val="F1C857"/>
            </a:solidFill>
          </a:ln>
        </p:spPr>
      </p:sp>
      <p:sp>
        <p:nvSpPr>
          <p:cNvPr id="31" name="失球 1/4"/>
          <p:cNvSpPr>
            <a:spLocks noGrp="1"/>
          </p:cNvSpPr>
          <p:nvPr/>
        </p:nvSpPr>
        <p:spPr>
          <a:xfrm>
            <a:off x="523875" y="4000500"/>
            <a:ext cx="2000250" cy="285750"/>
          </a:xfrm>
          <a:prstGeom prst="rect">
            <a:avLst/>
          </a:prstGeom>
          <a:noFill/>
          <a:ln w="0">
            <a:noFill/>
          </a:ln>
        </p:spPr>
        <p:txBody>
          <a:bodyPr wrap="square" lIns="0" tIns="0" rIns="0" bIns="0" anchor="t">
            <a:noAutofit/>
          </a:bodyPr>
          <a:lstStyle>
            <a:defPPr algn="ctr">
              <a:defRPr sz="1725" b="1">
                <a:solidFill>
                  <a:srgbClr val="AF5845"/>
                </a:solidFill>
                <a:latin typeface="微软雅黑" panose="020B0503020204020204" charset="-122"/>
                <a:ea typeface="微软雅黑" panose="020B0503020204020204" charset="-122"/>
                <a:cs typeface="微软雅黑" panose="020B0503020204020204" charset="-122"/>
              </a:defRPr>
            </a:defPPr>
            <a:lvl1pPr algn="ctr">
              <a:defRPr sz="1725" b="1">
                <a:solidFill>
                  <a:srgbClr val="AF5845"/>
                </a:solidFill>
                <a:latin typeface="微软雅黑" panose="020B0503020204020204" charset="-122"/>
                <a:ea typeface="微软雅黑" panose="020B0503020204020204" charset="-122"/>
                <a:cs typeface="微软雅黑" panose="020B0503020204020204" charset="-122"/>
              </a:defRPr>
            </a:lvl1pPr>
            <a:lvl2pPr algn="ctr">
              <a:defRPr sz="1725" b="1">
                <a:solidFill>
                  <a:srgbClr val="AF5845"/>
                </a:solidFill>
                <a:latin typeface="微软雅黑" panose="020B0503020204020204" charset="-122"/>
                <a:ea typeface="微软雅黑" panose="020B0503020204020204" charset="-122"/>
                <a:cs typeface="微软雅黑" panose="020B0503020204020204" charset="-122"/>
              </a:defRPr>
            </a:lvl2pPr>
            <a:lvl3pPr algn="ctr">
              <a:defRPr sz="1725" b="1">
                <a:solidFill>
                  <a:srgbClr val="AF5845"/>
                </a:solidFill>
                <a:latin typeface="微软雅黑" panose="020B0503020204020204" charset="-122"/>
                <a:ea typeface="微软雅黑" panose="020B0503020204020204" charset="-122"/>
                <a:cs typeface="微软雅黑" panose="020B0503020204020204" charset="-122"/>
              </a:defRPr>
            </a:lvl3pPr>
            <a:lvl4pPr algn="ctr">
              <a:defRPr sz="1725" b="1">
                <a:solidFill>
                  <a:srgbClr val="AF5845"/>
                </a:solidFill>
                <a:latin typeface="微软雅黑" panose="020B0503020204020204" charset="-122"/>
                <a:ea typeface="微软雅黑" panose="020B0503020204020204" charset="-122"/>
                <a:cs typeface="微软雅黑" panose="020B0503020204020204" charset="-122"/>
              </a:defRPr>
            </a:lvl4pPr>
            <a:lvl5pPr algn="ctr">
              <a:defRPr sz="1725" b="1">
                <a:solidFill>
                  <a:srgbClr val="AF5845"/>
                </a:solidFill>
                <a:latin typeface="微软雅黑" panose="020B0503020204020204" charset="-122"/>
                <a:ea typeface="微软雅黑" panose="020B0503020204020204" charset="-122"/>
                <a:cs typeface="微软雅黑" panose="020B0503020204020204" charset="-122"/>
              </a:defRPr>
            </a:lvl5pPr>
            <a:lvl6pPr algn="ctr">
              <a:defRPr sz="1725" b="1">
                <a:solidFill>
                  <a:srgbClr val="AF5845"/>
                </a:solidFill>
                <a:latin typeface="微软雅黑" panose="020B0503020204020204" charset="-122"/>
                <a:ea typeface="微软雅黑" panose="020B0503020204020204" charset="-122"/>
                <a:cs typeface="微软雅黑" panose="020B0503020204020204" charset="-122"/>
              </a:defRPr>
            </a:lvl6pPr>
            <a:lvl7pPr algn="ctr">
              <a:defRPr sz="1725" b="1">
                <a:solidFill>
                  <a:srgbClr val="AF5845"/>
                </a:solidFill>
                <a:latin typeface="微软雅黑" panose="020B0503020204020204" charset="-122"/>
                <a:ea typeface="微软雅黑" panose="020B0503020204020204" charset="-122"/>
                <a:cs typeface="微软雅黑" panose="020B0503020204020204" charset="-122"/>
              </a:defRPr>
            </a:lvl7pPr>
            <a:lvl8pPr algn="ctr">
              <a:defRPr sz="1725" b="1">
                <a:solidFill>
                  <a:srgbClr val="AF5845"/>
                </a:solidFill>
                <a:latin typeface="微软雅黑" panose="020B0503020204020204" charset="-122"/>
                <a:ea typeface="微软雅黑" panose="020B0503020204020204" charset="-122"/>
                <a:cs typeface="微软雅黑" panose="020B0503020204020204" charset="-122"/>
              </a:defRPr>
            </a:lvl8pPr>
            <a:lvl9pPr algn="ctr">
              <a:defRPr sz="1725" b="1">
                <a:solidFill>
                  <a:srgbClr val="AF5845"/>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F5845"/>
                </a:solidFill>
                <a:latin typeface="微软雅黑" panose="020B0503020204020204" charset="-122"/>
                <a:ea typeface="微软雅黑" panose="020B0503020204020204" charset="-122"/>
                <a:cs typeface="微软雅黑" panose="020B0503020204020204" charset="-122"/>
              </a:defRPr>
            </a:pPr>
            <a:r>
              <a:rPr sz="1725" b="1">
                <a:solidFill>
                  <a:srgbClr val="AF5845"/>
                </a:solidFill>
                <a:latin typeface="微软雅黑" panose="020B0503020204020204" charset="-122"/>
                <a:ea typeface="微软雅黑" panose="020B0503020204020204" charset="-122"/>
                <a:cs typeface="微软雅黑" panose="020B0503020204020204" charset="-122"/>
              </a:rPr>
              <a:t>失球 1/4</a:t>
            </a:r>
            <a:endParaRPr sz="1725" b="1">
              <a:solidFill>
                <a:srgbClr val="AF5845"/>
              </a:solidFill>
              <a:latin typeface="微软雅黑" panose="020B0503020204020204" charset="-122"/>
              <a:ea typeface="微软雅黑" panose="020B0503020204020204" charset="-122"/>
              <a:cs typeface="微软雅黑" panose="020B0503020204020204" charset="-122"/>
            </a:endParaRPr>
          </a:p>
        </p:txBody>
      </p:sp>
      <p:sp>
        <p:nvSpPr>
          <p:cNvPr id="32" name="26.80s   帧 1608"/>
          <p:cNvSpPr>
            <a:spLocks noGrp="1"/>
          </p:cNvSpPr>
          <p:nvPr/>
        </p:nvSpPr>
        <p:spPr>
          <a:xfrm>
            <a:off x="523875" y="4305300"/>
            <a:ext cx="2000250" cy="266700"/>
          </a:xfrm>
          <a:prstGeom prst="rect">
            <a:avLst/>
          </a:prstGeom>
          <a:noFill/>
          <a:ln w="0">
            <a:noFill/>
          </a:ln>
        </p:spPr>
        <p:txBody>
          <a:bodyPr wrap="square" lIns="0" tIns="0" rIns="0" bIns="0" anchor="t">
            <a:noAutofit/>
          </a:bodyPr>
          <a:lstStyle>
            <a:defPPr algn="ctr">
              <a:defRPr sz="1500" b="0">
                <a:solidFill>
                  <a:srgbClr val="AF5845"/>
                </a:solidFill>
                <a:latin typeface="微软雅黑" panose="020B0503020204020204" charset="-122"/>
                <a:ea typeface="微软雅黑" panose="020B0503020204020204" charset="-122"/>
                <a:cs typeface="微软雅黑" panose="020B0503020204020204" charset="-122"/>
              </a:defRPr>
            </a:defPPr>
            <a:lvl1pPr algn="ctr">
              <a:defRPr sz="1500" b="0">
                <a:solidFill>
                  <a:srgbClr val="AF5845"/>
                </a:solidFill>
                <a:latin typeface="微软雅黑" panose="020B0503020204020204" charset="-122"/>
                <a:ea typeface="微软雅黑" panose="020B0503020204020204" charset="-122"/>
                <a:cs typeface="微软雅黑" panose="020B0503020204020204" charset="-122"/>
              </a:defRPr>
            </a:lvl1pPr>
            <a:lvl2pPr algn="ctr">
              <a:defRPr sz="1500" b="0">
                <a:solidFill>
                  <a:srgbClr val="AF5845"/>
                </a:solidFill>
                <a:latin typeface="微软雅黑" panose="020B0503020204020204" charset="-122"/>
                <a:ea typeface="微软雅黑" panose="020B0503020204020204" charset="-122"/>
                <a:cs typeface="微软雅黑" panose="020B0503020204020204" charset="-122"/>
              </a:defRPr>
            </a:lvl2pPr>
            <a:lvl3pPr algn="ctr">
              <a:defRPr sz="1500" b="0">
                <a:solidFill>
                  <a:srgbClr val="AF5845"/>
                </a:solidFill>
                <a:latin typeface="微软雅黑" panose="020B0503020204020204" charset="-122"/>
                <a:ea typeface="微软雅黑" panose="020B0503020204020204" charset="-122"/>
                <a:cs typeface="微软雅黑" panose="020B0503020204020204" charset="-122"/>
              </a:defRPr>
            </a:lvl3pPr>
            <a:lvl4pPr algn="ctr">
              <a:defRPr sz="1500" b="0">
                <a:solidFill>
                  <a:srgbClr val="AF5845"/>
                </a:solidFill>
                <a:latin typeface="微软雅黑" panose="020B0503020204020204" charset="-122"/>
                <a:ea typeface="微软雅黑" panose="020B0503020204020204" charset="-122"/>
                <a:cs typeface="微软雅黑" panose="020B0503020204020204" charset="-122"/>
              </a:defRPr>
            </a:lvl4pPr>
            <a:lvl5pPr algn="ctr">
              <a:defRPr sz="1500" b="0">
                <a:solidFill>
                  <a:srgbClr val="AF5845"/>
                </a:solidFill>
                <a:latin typeface="微软雅黑" panose="020B0503020204020204" charset="-122"/>
                <a:ea typeface="微软雅黑" panose="020B0503020204020204" charset="-122"/>
                <a:cs typeface="微软雅黑" panose="020B0503020204020204" charset="-122"/>
              </a:defRPr>
            </a:lvl5pPr>
            <a:lvl6pPr algn="ctr">
              <a:defRPr sz="1500" b="0">
                <a:solidFill>
                  <a:srgbClr val="AF5845"/>
                </a:solidFill>
                <a:latin typeface="微软雅黑" panose="020B0503020204020204" charset="-122"/>
                <a:ea typeface="微软雅黑" panose="020B0503020204020204" charset="-122"/>
                <a:cs typeface="微软雅黑" panose="020B0503020204020204" charset="-122"/>
              </a:defRPr>
            </a:lvl6pPr>
            <a:lvl7pPr algn="ctr">
              <a:defRPr sz="1500" b="0">
                <a:solidFill>
                  <a:srgbClr val="AF5845"/>
                </a:solidFill>
                <a:latin typeface="微软雅黑" panose="020B0503020204020204" charset="-122"/>
                <a:ea typeface="微软雅黑" panose="020B0503020204020204" charset="-122"/>
                <a:cs typeface="微软雅黑" panose="020B0503020204020204" charset="-122"/>
              </a:defRPr>
            </a:lvl7pPr>
            <a:lvl8pPr algn="ctr">
              <a:defRPr sz="1500" b="0">
                <a:solidFill>
                  <a:srgbClr val="AF5845"/>
                </a:solidFill>
                <a:latin typeface="微软雅黑" panose="020B0503020204020204" charset="-122"/>
                <a:ea typeface="微软雅黑" panose="020B0503020204020204" charset="-122"/>
                <a:cs typeface="微软雅黑" panose="020B0503020204020204" charset="-122"/>
              </a:defRPr>
            </a:lvl8pPr>
            <a:lvl9pPr algn="ctr">
              <a:defRPr sz="1500" b="0">
                <a:solidFill>
                  <a:srgbClr val="AF5845"/>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AF5845"/>
                </a:solidFill>
                <a:latin typeface="微软雅黑" panose="020B0503020204020204" charset="-122"/>
                <a:ea typeface="微软雅黑" panose="020B0503020204020204" charset="-122"/>
                <a:cs typeface="微软雅黑" panose="020B0503020204020204" charset="-122"/>
              </a:defRPr>
            </a:pPr>
            <a:r>
              <a:rPr sz="1500" b="0">
                <a:solidFill>
                  <a:srgbClr val="AF5845"/>
                </a:solidFill>
                <a:latin typeface="微软雅黑" panose="020B0503020204020204" charset="-122"/>
                <a:ea typeface="微软雅黑" panose="020B0503020204020204" charset="-122"/>
                <a:cs typeface="微软雅黑" panose="020B0503020204020204" charset="-122"/>
              </a:rPr>
              <a:t>26.80s   帧 1608</a:t>
            </a:r>
            <a:endParaRPr sz="1500" b="0">
              <a:solidFill>
                <a:srgbClr val="AF5845"/>
              </a:solidFill>
              <a:latin typeface="微软雅黑" panose="020B0503020204020204" charset="-122"/>
              <a:ea typeface="微软雅黑" panose="020B0503020204020204" charset="-122"/>
              <a:cs typeface="微软雅黑" panose="020B0503020204020204" charset="-122"/>
            </a:endParaRPr>
          </a:p>
        </p:txBody>
      </p:sp>
      <p:pic>
        <p:nvPicPr>
          <p:cNvPr id="33" name="图片 32"/>
          <p:cNvPicPr>
            <a:picLocks noChangeAspect="1"/>
          </p:cNvPicPr>
          <p:nvPr/>
        </p:nvPicPr>
        <p:blipFill>
          <a:blip r:embed="rId7"/>
          <a:stretch>
            <a:fillRect/>
          </a:stretch>
        </p:blipFill>
        <p:spPr>
          <a:xfrm>
            <a:off x="523875" y="4591050"/>
            <a:ext cx="2000250" cy="937617"/>
          </a:xfrm>
          <a:prstGeom prst="rect">
            <a:avLst/>
          </a:prstGeom>
        </p:spPr>
      </p:pic>
      <p:sp>
        <p:nvSpPr>
          <p:cNvPr id="34" name="20 分   5 条生命"/>
          <p:cNvSpPr>
            <a:spLocks noGrp="1"/>
          </p:cNvSpPr>
          <p:nvPr/>
        </p:nvSpPr>
        <p:spPr>
          <a:xfrm>
            <a:off x="523875" y="5581650"/>
            <a:ext cx="2000250" cy="257175"/>
          </a:xfrm>
          <a:prstGeom prst="rect">
            <a:avLst/>
          </a:prstGeom>
          <a:noFill/>
          <a:ln w="0">
            <a:noFill/>
          </a:ln>
        </p:spPr>
        <p:txBody>
          <a:bodyPr wrap="square" lIns="0" tIns="0" rIns="0" bIns="0" anchor="t">
            <a:noAutofit/>
          </a:bodyPr>
          <a:lstStyle>
            <a:defPPr algn="ctr">
              <a:defRPr sz="1500" b="0">
                <a:solidFill>
                  <a:srgbClr val="AF5845"/>
                </a:solidFill>
                <a:latin typeface="微软雅黑" panose="020B0503020204020204" charset="-122"/>
                <a:ea typeface="微软雅黑" panose="020B0503020204020204" charset="-122"/>
                <a:cs typeface="微软雅黑" panose="020B0503020204020204" charset="-122"/>
              </a:defRPr>
            </a:defPPr>
            <a:lvl1pPr algn="ctr">
              <a:defRPr sz="1500" b="0">
                <a:solidFill>
                  <a:srgbClr val="AF5845"/>
                </a:solidFill>
                <a:latin typeface="微软雅黑" panose="020B0503020204020204" charset="-122"/>
                <a:ea typeface="微软雅黑" panose="020B0503020204020204" charset="-122"/>
                <a:cs typeface="微软雅黑" panose="020B0503020204020204" charset="-122"/>
              </a:defRPr>
            </a:lvl1pPr>
            <a:lvl2pPr algn="ctr">
              <a:defRPr sz="1500" b="0">
                <a:solidFill>
                  <a:srgbClr val="AF5845"/>
                </a:solidFill>
                <a:latin typeface="微软雅黑" panose="020B0503020204020204" charset="-122"/>
                <a:ea typeface="微软雅黑" panose="020B0503020204020204" charset="-122"/>
                <a:cs typeface="微软雅黑" panose="020B0503020204020204" charset="-122"/>
              </a:defRPr>
            </a:lvl2pPr>
            <a:lvl3pPr algn="ctr">
              <a:defRPr sz="1500" b="0">
                <a:solidFill>
                  <a:srgbClr val="AF5845"/>
                </a:solidFill>
                <a:latin typeface="微软雅黑" panose="020B0503020204020204" charset="-122"/>
                <a:ea typeface="微软雅黑" panose="020B0503020204020204" charset="-122"/>
                <a:cs typeface="微软雅黑" panose="020B0503020204020204" charset="-122"/>
              </a:defRPr>
            </a:lvl3pPr>
            <a:lvl4pPr algn="ctr">
              <a:defRPr sz="1500" b="0">
                <a:solidFill>
                  <a:srgbClr val="AF5845"/>
                </a:solidFill>
                <a:latin typeface="微软雅黑" panose="020B0503020204020204" charset="-122"/>
                <a:ea typeface="微软雅黑" panose="020B0503020204020204" charset="-122"/>
                <a:cs typeface="微软雅黑" panose="020B0503020204020204" charset="-122"/>
              </a:defRPr>
            </a:lvl4pPr>
            <a:lvl5pPr algn="ctr">
              <a:defRPr sz="1500" b="0">
                <a:solidFill>
                  <a:srgbClr val="AF5845"/>
                </a:solidFill>
                <a:latin typeface="微软雅黑" panose="020B0503020204020204" charset="-122"/>
                <a:ea typeface="微软雅黑" panose="020B0503020204020204" charset="-122"/>
                <a:cs typeface="微软雅黑" panose="020B0503020204020204" charset="-122"/>
              </a:defRPr>
            </a:lvl5pPr>
            <a:lvl6pPr algn="ctr">
              <a:defRPr sz="1500" b="0">
                <a:solidFill>
                  <a:srgbClr val="AF5845"/>
                </a:solidFill>
                <a:latin typeface="微软雅黑" panose="020B0503020204020204" charset="-122"/>
                <a:ea typeface="微软雅黑" panose="020B0503020204020204" charset="-122"/>
                <a:cs typeface="微软雅黑" panose="020B0503020204020204" charset="-122"/>
              </a:defRPr>
            </a:lvl6pPr>
            <a:lvl7pPr algn="ctr">
              <a:defRPr sz="1500" b="0">
                <a:solidFill>
                  <a:srgbClr val="AF5845"/>
                </a:solidFill>
                <a:latin typeface="微软雅黑" panose="020B0503020204020204" charset="-122"/>
                <a:ea typeface="微软雅黑" panose="020B0503020204020204" charset="-122"/>
                <a:cs typeface="微软雅黑" panose="020B0503020204020204" charset="-122"/>
              </a:defRPr>
            </a:lvl7pPr>
            <a:lvl8pPr algn="ctr">
              <a:defRPr sz="1500" b="0">
                <a:solidFill>
                  <a:srgbClr val="AF5845"/>
                </a:solidFill>
                <a:latin typeface="微软雅黑" panose="020B0503020204020204" charset="-122"/>
                <a:ea typeface="微软雅黑" panose="020B0503020204020204" charset="-122"/>
                <a:cs typeface="微软雅黑" panose="020B0503020204020204" charset="-122"/>
              </a:defRPr>
            </a:lvl8pPr>
            <a:lvl9pPr algn="ctr">
              <a:defRPr sz="1500" b="0">
                <a:solidFill>
                  <a:srgbClr val="AF5845"/>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AF5845"/>
                </a:solidFill>
                <a:latin typeface="微软雅黑" panose="020B0503020204020204" charset="-122"/>
                <a:ea typeface="微软雅黑" panose="020B0503020204020204" charset="-122"/>
                <a:cs typeface="微软雅黑" panose="020B0503020204020204" charset="-122"/>
              </a:defRPr>
            </a:pPr>
            <a:r>
              <a:rPr sz="1500" b="0">
                <a:solidFill>
                  <a:srgbClr val="AF5845"/>
                </a:solidFill>
                <a:latin typeface="微软雅黑" panose="020B0503020204020204" charset="-122"/>
                <a:ea typeface="微软雅黑" panose="020B0503020204020204" charset="-122"/>
                <a:cs typeface="微软雅黑" panose="020B0503020204020204" charset="-122"/>
              </a:rPr>
              <a:t>20 分   5 条生命</a:t>
            </a:r>
            <a:endParaRPr sz="1500" b="0">
              <a:solidFill>
                <a:srgbClr val="AF5845"/>
              </a:solidFill>
              <a:latin typeface="微软雅黑" panose="020B0503020204020204" charset="-122"/>
              <a:ea typeface="微软雅黑" panose="020B0503020204020204" charset="-122"/>
              <a:cs typeface="微软雅黑" panose="020B0503020204020204" charset="-122"/>
            </a:endParaRPr>
          </a:p>
        </p:txBody>
      </p:sp>
      <p:sp>
        <p:nvSpPr>
          <p:cNvPr id="35" name="椭圆 34"/>
          <p:cNvSpPr>
            <a:spLocks noGrp="1"/>
          </p:cNvSpPr>
          <p:nvPr/>
        </p:nvSpPr>
        <p:spPr>
          <a:xfrm>
            <a:off x="2039512" y="5017368"/>
            <a:ext cx="152400" cy="152400"/>
          </a:xfrm>
          <a:prstGeom prst="ellipse">
            <a:avLst/>
          </a:prstGeom>
          <a:noFill/>
          <a:ln w="14288">
            <a:solidFill>
              <a:srgbClr val="F1C857"/>
            </a:solidFill>
          </a:ln>
        </p:spPr>
      </p:sp>
      <p:sp>
        <p:nvSpPr>
          <p:cNvPr id="36" name="失球 2/4"/>
          <p:cNvSpPr>
            <a:spLocks noGrp="1"/>
          </p:cNvSpPr>
          <p:nvPr/>
        </p:nvSpPr>
        <p:spPr>
          <a:xfrm>
            <a:off x="2705100" y="4000500"/>
            <a:ext cx="2000250" cy="285750"/>
          </a:xfrm>
          <a:prstGeom prst="rect">
            <a:avLst/>
          </a:prstGeom>
          <a:noFill/>
          <a:ln w="0">
            <a:noFill/>
          </a:ln>
        </p:spPr>
        <p:txBody>
          <a:bodyPr wrap="square" lIns="0" tIns="0" rIns="0" bIns="0" anchor="t">
            <a:noAutofit/>
          </a:bodyPr>
          <a:lstStyle>
            <a:defPPr algn="ctr">
              <a:defRPr sz="1725" b="1">
                <a:solidFill>
                  <a:srgbClr val="AF5845"/>
                </a:solidFill>
                <a:latin typeface="微软雅黑" panose="020B0503020204020204" charset="-122"/>
                <a:ea typeface="微软雅黑" panose="020B0503020204020204" charset="-122"/>
                <a:cs typeface="微软雅黑" panose="020B0503020204020204" charset="-122"/>
              </a:defRPr>
            </a:defPPr>
            <a:lvl1pPr algn="ctr">
              <a:defRPr sz="1725" b="1">
                <a:solidFill>
                  <a:srgbClr val="AF5845"/>
                </a:solidFill>
                <a:latin typeface="微软雅黑" panose="020B0503020204020204" charset="-122"/>
                <a:ea typeface="微软雅黑" panose="020B0503020204020204" charset="-122"/>
                <a:cs typeface="微软雅黑" panose="020B0503020204020204" charset="-122"/>
              </a:defRPr>
            </a:lvl1pPr>
            <a:lvl2pPr algn="ctr">
              <a:defRPr sz="1725" b="1">
                <a:solidFill>
                  <a:srgbClr val="AF5845"/>
                </a:solidFill>
                <a:latin typeface="微软雅黑" panose="020B0503020204020204" charset="-122"/>
                <a:ea typeface="微软雅黑" panose="020B0503020204020204" charset="-122"/>
                <a:cs typeface="微软雅黑" panose="020B0503020204020204" charset="-122"/>
              </a:defRPr>
            </a:lvl2pPr>
            <a:lvl3pPr algn="ctr">
              <a:defRPr sz="1725" b="1">
                <a:solidFill>
                  <a:srgbClr val="AF5845"/>
                </a:solidFill>
                <a:latin typeface="微软雅黑" panose="020B0503020204020204" charset="-122"/>
                <a:ea typeface="微软雅黑" panose="020B0503020204020204" charset="-122"/>
                <a:cs typeface="微软雅黑" panose="020B0503020204020204" charset="-122"/>
              </a:defRPr>
            </a:lvl3pPr>
            <a:lvl4pPr algn="ctr">
              <a:defRPr sz="1725" b="1">
                <a:solidFill>
                  <a:srgbClr val="AF5845"/>
                </a:solidFill>
                <a:latin typeface="微软雅黑" panose="020B0503020204020204" charset="-122"/>
                <a:ea typeface="微软雅黑" panose="020B0503020204020204" charset="-122"/>
                <a:cs typeface="微软雅黑" panose="020B0503020204020204" charset="-122"/>
              </a:defRPr>
            </a:lvl4pPr>
            <a:lvl5pPr algn="ctr">
              <a:defRPr sz="1725" b="1">
                <a:solidFill>
                  <a:srgbClr val="AF5845"/>
                </a:solidFill>
                <a:latin typeface="微软雅黑" panose="020B0503020204020204" charset="-122"/>
                <a:ea typeface="微软雅黑" panose="020B0503020204020204" charset="-122"/>
                <a:cs typeface="微软雅黑" panose="020B0503020204020204" charset="-122"/>
              </a:defRPr>
            </a:lvl5pPr>
            <a:lvl6pPr algn="ctr">
              <a:defRPr sz="1725" b="1">
                <a:solidFill>
                  <a:srgbClr val="AF5845"/>
                </a:solidFill>
                <a:latin typeface="微软雅黑" panose="020B0503020204020204" charset="-122"/>
                <a:ea typeface="微软雅黑" panose="020B0503020204020204" charset="-122"/>
                <a:cs typeface="微软雅黑" panose="020B0503020204020204" charset="-122"/>
              </a:defRPr>
            </a:lvl6pPr>
            <a:lvl7pPr algn="ctr">
              <a:defRPr sz="1725" b="1">
                <a:solidFill>
                  <a:srgbClr val="AF5845"/>
                </a:solidFill>
                <a:latin typeface="微软雅黑" panose="020B0503020204020204" charset="-122"/>
                <a:ea typeface="微软雅黑" panose="020B0503020204020204" charset="-122"/>
                <a:cs typeface="微软雅黑" panose="020B0503020204020204" charset="-122"/>
              </a:defRPr>
            </a:lvl7pPr>
            <a:lvl8pPr algn="ctr">
              <a:defRPr sz="1725" b="1">
                <a:solidFill>
                  <a:srgbClr val="AF5845"/>
                </a:solidFill>
                <a:latin typeface="微软雅黑" panose="020B0503020204020204" charset="-122"/>
                <a:ea typeface="微软雅黑" panose="020B0503020204020204" charset="-122"/>
                <a:cs typeface="微软雅黑" panose="020B0503020204020204" charset="-122"/>
              </a:defRPr>
            </a:lvl8pPr>
            <a:lvl9pPr algn="ctr">
              <a:defRPr sz="1725" b="1">
                <a:solidFill>
                  <a:srgbClr val="AF5845"/>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F5845"/>
                </a:solidFill>
                <a:latin typeface="微软雅黑" panose="020B0503020204020204" charset="-122"/>
                <a:ea typeface="微软雅黑" panose="020B0503020204020204" charset="-122"/>
                <a:cs typeface="微软雅黑" panose="020B0503020204020204" charset="-122"/>
              </a:defRPr>
            </a:pPr>
            <a:r>
              <a:rPr sz="1725" b="1">
                <a:solidFill>
                  <a:srgbClr val="AF5845"/>
                </a:solidFill>
                <a:latin typeface="微软雅黑" panose="020B0503020204020204" charset="-122"/>
                <a:ea typeface="微软雅黑" panose="020B0503020204020204" charset="-122"/>
                <a:cs typeface="微软雅黑" panose="020B0503020204020204" charset="-122"/>
              </a:rPr>
              <a:t>失球 2/4</a:t>
            </a:r>
            <a:endParaRPr sz="1725" b="1">
              <a:solidFill>
                <a:srgbClr val="AF5845"/>
              </a:solidFill>
              <a:latin typeface="微软雅黑" panose="020B0503020204020204" charset="-122"/>
              <a:ea typeface="微软雅黑" panose="020B0503020204020204" charset="-122"/>
              <a:cs typeface="微软雅黑" panose="020B0503020204020204" charset="-122"/>
            </a:endParaRPr>
          </a:p>
        </p:txBody>
      </p:sp>
      <p:sp>
        <p:nvSpPr>
          <p:cNvPr id="37" name="27.00s   帧 1620"/>
          <p:cNvSpPr>
            <a:spLocks noGrp="1"/>
          </p:cNvSpPr>
          <p:nvPr/>
        </p:nvSpPr>
        <p:spPr>
          <a:xfrm>
            <a:off x="2705100" y="4305300"/>
            <a:ext cx="2000250" cy="266700"/>
          </a:xfrm>
          <a:prstGeom prst="rect">
            <a:avLst/>
          </a:prstGeom>
          <a:noFill/>
          <a:ln w="0">
            <a:noFill/>
          </a:ln>
        </p:spPr>
        <p:txBody>
          <a:bodyPr wrap="square" lIns="0" tIns="0" rIns="0" bIns="0" anchor="t">
            <a:noAutofit/>
          </a:bodyPr>
          <a:lstStyle>
            <a:defPPr algn="ctr">
              <a:defRPr sz="1500" b="0">
                <a:solidFill>
                  <a:srgbClr val="AF5845"/>
                </a:solidFill>
                <a:latin typeface="微软雅黑" panose="020B0503020204020204" charset="-122"/>
                <a:ea typeface="微软雅黑" panose="020B0503020204020204" charset="-122"/>
                <a:cs typeface="微软雅黑" panose="020B0503020204020204" charset="-122"/>
              </a:defRPr>
            </a:defPPr>
            <a:lvl1pPr algn="ctr">
              <a:defRPr sz="1500" b="0">
                <a:solidFill>
                  <a:srgbClr val="AF5845"/>
                </a:solidFill>
                <a:latin typeface="微软雅黑" panose="020B0503020204020204" charset="-122"/>
                <a:ea typeface="微软雅黑" panose="020B0503020204020204" charset="-122"/>
                <a:cs typeface="微软雅黑" panose="020B0503020204020204" charset="-122"/>
              </a:defRPr>
            </a:lvl1pPr>
            <a:lvl2pPr algn="ctr">
              <a:defRPr sz="1500" b="0">
                <a:solidFill>
                  <a:srgbClr val="AF5845"/>
                </a:solidFill>
                <a:latin typeface="微软雅黑" panose="020B0503020204020204" charset="-122"/>
                <a:ea typeface="微软雅黑" panose="020B0503020204020204" charset="-122"/>
                <a:cs typeface="微软雅黑" panose="020B0503020204020204" charset="-122"/>
              </a:defRPr>
            </a:lvl2pPr>
            <a:lvl3pPr algn="ctr">
              <a:defRPr sz="1500" b="0">
                <a:solidFill>
                  <a:srgbClr val="AF5845"/>
                </a:solidFill>
                <a:latin typeface="微软雅黑" panose="020B0503020204020204" charset="-122"/>
                <a:ea typeface="微软雅黑" panose="020B0503020204020204" charset="-122"/>
                <a:cs typeface="微软雅黑" panose="020B0503020204020204" charset="-122"/>
              </a:defRPr>
            </a:lvl3pPr>
            <a:lvl4pPr algn="ctr">
              <a:defRPr sz="1500" b="0">
                <a:solidFill>
                  <a:srgbClr val="AF5845"/>
                </a:solidFill>
                <a:latin typeface="微软雅黑" panose="020B0503020204020204" charset="-122"/>
                <a:ea typeface="微软雅黑" panose="020B0503020204020204" charset="-122"/>
                <a:cs typeface="微软雅黑" panose="020B0503020204020204" charset="-122"/>
              </a:defRPr>
            </a:lvl4pPr>
            <a:lvl5pPr algn="ctr">
              <a:defRPr sz="1500" b="0">
                <a:solidFill>
                  <a:srgbClr val="AF5845"/>
                </a:solidFill>
                <a:latin typeface="微软雅黑" panose="020B0503020204020204" charset="-122"/>
                <a:ea typeface="微软雅黑" panose="020B0503020204020204" charset="-122"/>
                <a:cs typeface="微软雅黑" panose="020B0503020204020204" charset="-122"/>
              </a:defRPr>
            </a:lvl5pPr>
            <a:lvl6pPr algn="ctr">
              <a:defRPr sz="1500" b="0">
                <a:solidFill>
                  <a:srgbClr val="AF5845"/>
                </a:solidFill>
                <a:latin typeface="微软雅黑" panose="020B0503020204020204" charset="-122"/>
                <a:ea typeface="微软雅黑" panose="020B0503020204020204" charset="-122"/>
                <a:cs typeface="微软雅黑" panose="020B0503020204020204" charset="-122"/>
              </a:defRPr>
            </a:lvl6pPr>
            <a:lvl7pPr algn="ctr">
              <a:defRPr sz="1500" b="0">
                <a:solidFill>
                  <a:srgbClr val="AF5845"/>
                </a:solidFill>
                <a:latin typeface="微软雅黑" panose="020B0503020204020204" charset="-122"/>
                <a:ea typeface="微软雅黑" panose="020B0503020204020204" charset="-122"/>
                <a:cs typeface="微软雅黑" panose="020B0503020204020204" charset="-122"/>
              </a:defRPr>
            </a:lvl7pPr>
            <a:lvl8pPr algn="ctr">
              <a:defRPr sz="1500" b="0">
                <a:solidFill>
                  <a:srgbClr val="AF5845"/>
                </a:solidFill>
                <a:latin typeface="微软雅黑" panose="020B0503020204020204" charset="-122"/>
                <a:ea typeface="微软雅黑" panose="020B0503020204020204" charset="-122"/>
                <a:cs typeface="微软雅黑" panose="020B0503020204020204" charset="-122"/>
              </a:defRPr>
            </a:lvl8pPr>
            <a:lvl9pPr algn="ctr">
              <a:defRPr sz="1500" b="0">
                <a:solidFill>
                  <a:srgbClr val="AF5845"/>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AF5845"/>
                </a:solidFill>
                <a:latin typeface="微软雅黑" panose="020B0503020204020204" charset="-122"/>
                <a:ea typeface="微软雅黑" panose="020B0503020204020204" charset="-122"/>
                <a:cs typeface="微软雅黑" panose="020B0503020204020204" charset="-122"/>
              </a:defRPr>
            </a:pPr>
            <a:r>
              <a:rPr sz="1500" b="0">
                <a:solidFill>
                  <a:srgbClr val="AF5845"/>
                </a:solidFill>
                <a:latin typeface="微软雅黑" panose="020B0503020204020204" charset="-122"/>
                <a:ea typeface="微软雅黑" panose="020B0503020204020204" charset="-122"/>
                <a:cs typeface="微软雅黑" panose="020B0503020204020204" charset="-122"/>
              </a:rPr>
              <a:t>27.00s   帧 1620</a:t>
            </a:r>
            <a:endParaRPr sz="1500" b="0">
              <a:solidFill>
                <a:srgbClr val="AF5845"/>
              </a:solidFill>
              <a:latin typeface="微软雅黑" panose="020B0503020204020204" charset="-122"/>
              <a:ea typeface="微软雅黑" panose="020B0503020204020204" charset="-122"/>
              <a:cs typeface="微软雅黑" panose="020B0503020204020204" charset="-122"/>
            </a:endParaRPr>
          </a:p>
        </p:txBody>
      </p:sp>
      <p:pic>
        <p:nvPicPr>
          <p:cNvPr id="38" name="图片 37"/>
          <p:cNvPicPr>
            <a:picLocks noChangeAspect="1"/>
          </p:cNvPicPr>
          <p:nvPr/>
        </p:nvPicPr>
        <p:blipFill>
          <a:blip r:embed="rId8"/>
          <a:stretch>
            <a:fillRect/>
          </a:stretch>
        </p:blipFill>
        <p:spPr>
          <a:xfrm>
            <a:off x="2705100" y="4591050"/>
            <a:ext cx="2000250" cy="937617"/>
          </a:xfrm>
          <a:prstGeom prst="rect">
            <a:avLst/>
          </a:prstGeom>
        </p:spPr>
      </p:pic>
      <p:sp>
        <p:nvSpPr>
          <p:cNvPr id="39" name="20 分   5 条生命"/>
          <p:cNvSpPr>
            <a:spLocks noGrp="1"/>
          </p:cNvSpPr>
          <p:nvPr/>
        </p:nvSpPr>
        <p:spPr>
          <a:xfrm>
            <a:off x="2705100" y="5581650"/>
            <a:ext cx="2000250" cy="257175"/>
          </a:xfrm>
          <a:prstGeom prst="rect">
            <a:avLst/>
          </a:prstGeom>
          <a:noFill/>
          <a:ln w="0">
            <a:noFill/>
          </a:ln>
        </p:spPr>
        <p:txBody>
          <a:bodyPr wrap="square" lIns="0" tIns="0" rIns="0" bIns="0" anchor="t">
            <a:noAutofit/>
          </a:bodyPr>
          <a:lstStyle>
            <a:defPPr algn="ctr">
              <a:defRPr sz="1500" b="0">
                <a:solidFill>
                  <a:srgbClr val="AF5845"/>
                </a:solidFill>
                <a:latin typeface="微软雅黑" panose="020B0503020204020204" charset="-122"/>
                <a:ea typeface="微软雅黑" panose="020B0503020204020204" charset="-122"/>
                <a:cs typeface="微软雅黑" panose="020B0503020204020204" charset="-122"/>
              </a:defRPr>
            </a:defPPr>
            <a:lvl1pPr algn="ctr">
              <a:defRPr sz="1500" b="0">
                <a:solidFill>
                  <a:srgbClr val="AF5845"/>
                </a:solidFill>
                <a:latin typeface="微软雅黑" panose="020B0503020204020204" charset="-122"/>
                <a:ea typeface="微软雅黑" panose="020B0503020204020204" charset="-122"/>
                <a:cs typeface="微软雅黑" panose="020B0503020204020204" charset="-122"/>
              </a:defRPr>
            </a:lvl1pPr>
            <a:lvl2pPr algn="ctr">
              <a:defRPr sz="1500" b="0">
                <a:solidFill>
                  <a:srgbClr val="AF5845"/>
                </a:solidFill>
                <a:latin typeface="微软雅黑" panose="020B0503020204020204" charset="-122"/>
                <a:ea typeface="微软雅黑" panose="020B0503020204020204" charset="-122"/>
                <a:cs typeface="微软雅黑" panose="020B0503020204020204" charset="-122"/>
              </a:defRPr>
            </a:lvl2pPr>
            <a:lvl3pPr algn="ctr">
              <a:defRPr sz="1500" b="0">
                <a:solidFill>
                  <a:srgbClr val="AF5845"/>
                </a:solidFill>
                <a:latin typeface="微软雅黑" panose="020B0503020204020204" charset="-122"/>
                <a:ea typeface="微软雅黑" panose="020B0503020204020204" charset="-122"/>
                <a:cs typeface="微软雅黑" panose="020B0503020204020204" charset="-122"/>
              </a:defRPr>
            </a:lvl3pPr>
            <a:lvl4pPr algn="ctr">
              <a:defRPr sz="1500" b="0">
                <a:solidFill>
                  <a:srgbClr val="AF5845"/>
                </a:solidFill>
                <a:latin typeface="微软雅黑" panose="020B0503020204020204" charset="-122"/>
                <a:ea typeface="微软雅黑" panose="020B0503020204020204" charset="-122"/>
                <a:cs typeface="微软雅黑" panose="020B0503020204020204" charset="-122"/>
              </a:defRPr>
            </a:lvl4pPr>
            <a:lvl5pPr algn="ctr">
              <a:defRPr sz="1500" b="0">
                <a:solidFill>
                  <a:srgbClr val="AF5845"/>
                </a:solidFill>
                <a:latin typeface="微软雅黑" panose="020B0503020204020204" charset="-122"/>
                <a:ea typeface="微软雅黑" panose="020B0503020204020204" charset="-122"/>
                <a:cs typeface="微软雅黑" panose="020B0503020204020204" charset="-122"/>
              </a:defRPr>
            </a:lvl5pPr>
            <a:lvl6pPr algn="ctr">
              <a:defRPr sz="1500" b="0">
                <a:solidFill>
                  <a:srgbClr val="AF5845"/>
                </a:solidFill>
                <a:latin typeface="微软雅黑" panose="020B0503020204020204" charset="-122"/>
                <a:ea typeface="微软雅黑" panose="020B0503020204020204" charset="-122"/>
                <a:cs typeface="微软雅黑" panose="020B0503020204020204" charset="-122"/>
              </a:defRPr>
            </a:lvl6pPr>
            <a:lvl7pPr algn="ctr">
              <a:defRPr sz="1500" b="0">
                <a:solidFill>
                  <a:srgbClr val="AF5845"/>
                </a:solidFill>
                <a:latin typeface="微软雅黑" panose="020B0503020204020204" charset="-122"/>
                <a:ea typeface="微软雅黑" panose="020B0503020204020204" charset="-122"/>
                <a:cs typeface="微软雅黑" panose="020B0503020204020204" charset="-122"/>
              </a:defRPr>
            </a:lvl7pPr>
            <a:lvl8pPr algn="ctr">
              <a:defRPr sz="1500" b="0">
                <a:solidFill>
                  <a:srgbClr val="AF5845"/>
                </a:solidFill>
                <a:latin typeface="微软雅黑" panose="020B0503020204020204" charset="-122"/>
                <a:ea typeface="微软雅黑" panose="020B0503020204020204" charset="-122"/>
                <a:cs typeface="微软雅黑" panose="020B0503020204020204" charset="-122"/>
              </a:defRPr>
            </a:lvl8pPr>
            <a:lvl9pPr algn="ctr">
              <a:defRPr sz="1500" b="0">
                <a:solidFill>
                  <a:srgbClr val="AF5845"/>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AF5845"/>
                </a:solidFill>
                <a:latin typeface="微软雅黑" panose="020B0503020204020204" charset="-122"/>
                <a:ea typeface="微软雅黑" panose="020B0503020204020204" charset="-122"/>
                <a:cs typeface="微软雅黑" panose="020B0503020204020204" charset="-122"/>
              </a:defRPr>
            </a:pPr>
            <a:r>
              <a:rPr sz="1500" b="0">
                <a:solidFill>
                  <a:srgbClr val="AF5845"/>
                </a:solidFill>
                <a:latin typeface="微软雅黑" panose="020B0503020204020204" charset="-122"/>
                <a:ea typeface="微软雅黑" panose="020B0503020204020204" charset="-122"/>
                <a:cs typeface="微软雅黑" panose="020B0503020204020204" charset="-122"/>
              </a:rPr>
              <a:t>20 分   5 条生命</a:t>
            </a:r>
            <a:endParaRPr sz="1500" b="0">
              <a:solidFill>
                <a:srgbClr val="AF5845"/>
              </a:solidFill>
              <a:latin typeface="微软雅黑" panose="020B0503020204020204" charset="-122"/>
              <a:ea typeface="微软雅黑" panose="020B0503020204020204" charset="-122"/>
              <a:cs typeface="微软雅黑" panose="020B0503020204020204" charset="-122"/>
            </a:endParaRPr>
          </a:p>
        </p:txBody>
      </p:sp>
      <p:sp>
        <p:nvSpPr>
          <p:cNvPr id="40" name="椭圆 39"/>
          <p:cNvSpPr>
            <a:spLocks noGrp="1"/>
          </p:cNvSpPr>
          <p:nvPr/>
        </p:nvSpPr>
        <p:spPr>
          <a:xfrm>
            <a:off x="4480577" y="5167387"/>
            <a:ext cx="152400" cy="152400"/>
          </a:xfrm>
          <a:prstGeom prst="ellipse">
            <a:avLst/>
          </a:prstGeom>
          <a:noFill/>
          <a:ln w="14288">
            <a:solidFill>
              <a:srgbClr val="F1C857"/>
            </a:solidFill>
          </a:ln>
        </p:spPr>
      </p:sp>
      <p:sp>
        <p:nvSpPr>
          <p:cNvPr id="41" name="失球 3/4"/>
          <p:cNvSpPr>
            <a:spLocks noGrp="1"/>
          </p:cNvSpPr>
          <p:nvPr/>
        </p:nvSpPr>
        <p:spPr>
          <a:xfrm>
            <a:off x="4886325" y="4000500"/>
            <a:ext cx="2000250" cy="285750"/>
          </a:xfrm>
          <a:prstGeom prst="rect">
            <a:avLst/>
          </a:prstGeom>
          <a:noFill/>
          <a:ln w="0">
            <a:noFill/>
          </a:ln>
        </p:spPr>
        <p:txBody>
          <a:bodyPr wrap="square" lIns="0" tIns="0" rIns="0" bIns="0" anchor="t">
            <a:noAutofit/>
          </a:bodyPr>
          <a:lstStyle>
            <a:defPPr algn="ctr">
              <a:defRPr sz="1725" b="1">
                <a:solidFill>
                  <a:srgbClr val="AF5845"/>
                </a:solidFill>
                <a:latin typeface="微软雅黑" panose="020B0503020204020204" charset="-122"/>
                <a:ea typeface="微软雅黑" panose="020B0503020204020204" charset="-122"/>
                <a:cs typeface="微软雅黑" panose="020B0503020204020204" charset="-122"/>
              </a:defRPr>
            </a:defPPr>
            <a:lvl1pPr algn="ctr">
              <a:defRPr sz="1725" b="1">
                <a:solidFill>
                  <a:srgbClr val="AF5845"/>
                </a:solidFill>
                <a:latin typeface="微软雅黑" panose="020B0503020204020204" charset="-122"/>
                <a:ea typeface="微软雅黑" panose="020B0503020204020204" charset="-122"/>
                <a:cs typeface="微软雅黑" panose="020B0503020204020204" charset="-122"/>
              </a:defRPr>
            </a:lvl1pPr>
            <a:lvl2pPr algn="ctr">
              <a:defRPr sz="1725" b="1">
                <a:solidFill>
                  <a:srgbClr val="AF5845"/>
                </a:solidFill>
                <a:latin typeface="微软雅黑" panose="020B0503020204020204" charset="-122"/>
                <a:ea typeface="微软雅黑" panose="020B0503020204020204" charset="-122"/>
                <a:cs typeface="微软雅黑" panose="020B0503020204020204" charset="-122"/>
              </a:defRPr>
            </a:lvl2pPr>
            <a:lvl3pPr algn="ctr">
              <a:defRPr sz="1725" b="1">
                <a:solidFill>
                  <a:srgbClr val="AF5845"/>
                </a:solidFill>
                <a:latin typeface="微软雅黑" panose="020B0503020204020204" charset="-122"/>
                <a:ea typeface="微软雅黑" panose="020B0503020204020204" charset="-122"/>
                <a:cs typeface="微软雅黑" panose="020B0503020204020204" charset="-122"/>
              </a:defRPr>
            </a:lvl3pPr>
            <a:lvl4pPr algn="ctr">
              <a:defRPr sz="1725" b="1">
                <a:solidFill>
                  <a:srgbClr val="AF5845"/>
                </a:solidFill>
                <a:latin typeface="微软雅黑" panose="020B0503020204020204" charset="-122"/>
                <a:ea typeface="微软雅黑" panose="020B0503020204020204" charset="-122"/>
                <a:cs typeface="微软雅黑" panose="020B0503020204020204" charset="-122"/>
              </a:defRPr>
            </a:lvl4pPr>
            <a:lvl5pPr algn="ctr">
              <a:defRPr sz="1725" b="1">
                <a:solidFill>
                  <a:srgbClr val="AF5845"/>
                </a:solidFill>
                <a:latin typeface="微软雅黑" panose="020B0503020204020204" charset="-122"/>
                <a:ea typeface="微软雅黑" panose="020B0503020204020204" charset="-122"/>
                <a:cs typeface="微软雅黑" panose="020B0503020204020204" charset="-122"/>
              </a:defRPr>
            </a:lvl5pPr>
            <a:lvl6pPr algn="ctr">
              <a:defRPr sz="1725" b="1">
                <a:solidFill>
                  <a:srgbClr val="AF5845"/>
                </a:solidFill>
                <a:latin typeface="微软雅黑" panose="020B0503020204020204" charset="-122"/>
                <a:ea typeface="微软雅黑" panose="020B0503020204020204" charset="-122"/>
                <a:cs typeface="微软雅黑" panose="020B0503020204020204" charset="-122"/>
              </a:defRPr>
            </a:lvl6pPr>
            <a:lvl7pPr algn="ctr">
              <a:defRPr sz="1725" b="1">
                <a:solidFill>
                  <a:srgbClr val="AF5845"/>
                </a:solidFill>
                <a:latin typeface="微软雅黑" panose="020B0503020204020204" charset="-122"/>
                <a:ea typeface="微软雅黑" panose="020B0503020204020204" charset="-122"/>
                <a:cs typeface="微软雅黑" panose="020B0503020204020204" charset="-122"/>
              </a:defRPr>
            </a:lvl7pPr>
            <a:lvl8pPr algn="ctr">
              <a:defRPr sz="1725" b="1">
                <a:solidFill>
                  <a:srgbClr val="AF5845"/>
                </a:solidFill>
                <a:latin typeface="微软雅黑" panose="020B0503020204020204" charset="-122"/>
                <a:ea typeface="微软雅黑" panose="020B0503020204020204" charset="-122"/>
                <a:cs typeface="微软雅黑" panose="020B0503020204020204" charset="-122"/>
              </a:defRPr>
            </a:lvl8pPr>
            <a:lvl9pPr algn="ctr">
              <a:defRPr sz="1725" b="1">
                <a:solidFill>
                  <a:srgbClr val="AF5845"/>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F5845"/>
                </a:solidFill>
                <a:latin typeface="微软雅黑" panose="020B0503020204020204" charset="-122"/>
                <a:ea typeface="微软雅黑" panose="020B0503020204020204" charset="-122"/>
                <a:cs typeface="微软雅黑" panose="020B0503020204020204" charset="-122"/>
              </a:defRPr>
            </a:pPr>
            <a:r>
              <a:rPr sz="1725" b="1">
                <a:solidFill>
                  <a:srgbClr val="AF5845"/>
                </a:solidFill>
                <a:latin typeface="微软雅黑" panose="020B0503020204020204" charset="-122"/>
                <a:ea typeface="微软雅黑" panose="020B0503020204020204" charset="-122"/>
                <a:cs typeface="微软雅黑" panose="020B0503020204020204" charset="-122"/>
              </a:rPr>
              <a:t>失球 3/4</a:t>
            </a:r>
            <a:endParaRPr sz="1725" b="1">
              <a:solidFill>
                <a:srgbClr val="AF5845"/>
              </a:solidFill>
              <a:latin typeface="微软雅黑" panose="020B0503020204020204" charset="-122"/>
              <a:ea typeface="微软雅黑" panose="020B0503020204020204" charset="-122"/>
              <a:cs typeface="微软雅黑" panose="020B0503020204020204" charset="-122"/>
            </a:endParaRPr>
          </a:p>
        </p:txBody>
      </p:sp>
      <p:sp>
        <p:nvSpPr>
          <p:cNvPr id="42" name="27.20s   帧 1632"/>
          <p:cNvSpPr>
            <a:spLocks noGrp="1"/>
          </p:cNvSpPr>
          <p:nvPr/>
        </p:nvSpPr>
        <p:spPr>
          <a:xfrm>
            <a:off x="4886325" y="4305300"/>
            <a:ext cx="2000250" cy="266700"/>
          </a:xfrm>
          <a:prstGeom prst="rect">
            <a:avLst/>
          </a:prstGeom>
          <a:noFill/>
          <a:ln w="0">
            <a:noFill/>
          </a:ln>
        </p:spPr>
        <p:txBody>
          <a:bodyPr wrap="square" lIns="0" tIns="0" rIns="0" bIns="0" anchor="t">
            <a:noAutofit/>
          </a:bodyPr>
          <a:lstStyle>
            <a:defPPr algn="ctr">
              <a:defRPr sz="1500" b="0">
                <a:solidFill>
                  <a:srgbClr val="AF5845"/>
                </a:solidFill>
                <a:latin typeface="微软雅黑" panose="020B0503020204020204" charset="-122"/>
                <a:ea typeface="微软雅黑" panose="020B0503020204020204" charset="-122"/>
                <a:cs typeface="微软雅黑" panose="020B0503020204020204" charset="-122"/>
              </a:defRPr>
            </a:defPPr>
            <a:lvl1pPr algn="ctr">
              <a:defRPr sz="1500" b="0">
                <a:solidFill>
                  <a:srgbClr val="AF5845"/>
                </a:solidFill>
                <a:latin typeface="微软雅黑" panose="020B0503020204020204" charset="-122"/>
                <a:ea typeface="微软雅黑" panose="020B0503020204020204" charset="-122"/>
                <a:cs typeface="微软雅黑" panose="020B0503020204020204" charset="-122"/>
              </a:defRPr>
            </a:lvl1pPr>
            <a:lvl2pPr algn="ctr">
              <a:defRPr sz="1500" b="0">
                <a:solidFill>
                  <a:srgbClr val="AF5845"/>
                </a:solidFill>
                <a:latin typeface="微软雅黑" panose="020B0503020204020204" charset="-122"/>
                <a:ea typeface="微软雅黑" panose="020B0503020204020204" charset="-122"/>
                <a:cs typeface="微软雅黑" panose="020B0503020204020204" charset="-122"/>
              </a:defRPr>
            </a:lvl2pPr>
            <a:lvl3pPr algn="ctr">
              <a:defRPr sz="1500" b="0">
                <a:solidFill>
                  <a:srgbClr val="AF5845"/>
                </a:solidFill>
                <a:latin typeface="微软雅黑" panose="020B0503020204020204" charset="-122"/>
                <a:ea typeface="微软雅黑" panose="020B0503020204020204" charset="-122"/>
                <a:cs typeface="微软雅黑" panose="020B0503020204020204" charset="-122"/>
              </a:defRPr>
            </a:lvl3pPr>
            <a:lvl4pPr algn="ctr">
              <a:defRPr sz="1500" b="0">
                <a:solidFill>
                  <a:srgbClr val="AF5845"/>
                </a:solidFill>
                <a:latin typeface="微软雅黑" panose="020B0503020204020204" charset="-122"/>
                <a:ea typeface="微软雅黑" panose="020B0503020204020204" charset="-122"/>
                <a:cs typeface="微软雅黑" panose="020B0503020204020204" charset="-122"/>
              </a:defRPr>
            </a:lvl4pPr>
            <a:lvl5pPr algn="ctr">
              <a:defRPr sz="1500" b="0">
                <a:solidFill>
                  <a:srgbClr val="AF5845"/>
                </a:solidFill>
                <a:latin typeface="微软雅黑" panose="020B0503020204020204" charset="-122"/>
                <a:ea typeface="微软雅黑" panose="020B0503020204020204" charset="-122"/>
                <a:cs typeface="微软雅黑" panose="020B0503020204020204" charset="-122"/>
              </a:defRPr>
            </a:lvl5pPr>
            <a:lvl6pPr algn="ctr">
              <a:defRPr sz="1500" b="0">
                <a:solidFill>
                  <a:srgbClr val="AF5845"/>
                </a:solidFill>
                <a:latin typeface="微软雅黑" panose="020B0503020204020204" charset="-122"/>
                <a:ea typeface="微软雅黑" panose="020B0503020204020204" charset="-122"/>
                <a:cs typeface="微软雅黑" panose="020B0503020204020204" charset="-122"/>
              </a:defRPr>
            </a:lvl6pPr>
            <a:lvl7pPr algn="ctr">
              <a:defRPr sz="1500" b="0">
                <a:solidFill>
                  <a:srgbClr val="AF5845"/>
                </a:solidFill>
                <a:latin typeface="微软雅黑" panose="020B0503020204020204" charset="-122"/>
                <a:ea typeface="微软雅黑" panose="020B0503020204020204" charset="-122"/>
                <a:cs typeface="微软雅黑" panose="020B0503020204020204" charset="-122"/>
              </a:defRPr>
            </a:lvl7pPr>
            <a:lvl8pPr algn="ctr">
              <a:defRPr sz="1500" b="0">
                <a:solidFill>
                  <a:srgbClr val="AF5845"/>
                </a:solidFill>
                <a:latin typeface="微软雅黑" panose="020B0503020204020204" charset="-122"/>
                <a:ea typeface="微软雅黑" panose="020B0503020204020204" charset="-122"/>
                <a:cs typeface="微软雅黑" panose="020B0503020204020204" charset="-122"/>
              </a:defRPr>
            </a:lvl8pPr>
            <a:lvl9pPr algn="ctr">
              <a:defRPr sz="1500" b="0">
                <a:solidFill>
                  <a:srgbClr val="AF5845"/>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AF5845"/>
                </a:solidFill>
                <a:latin typeface="微软雅黑" panose="020B0503020204020204" charset="-122"/>
                <a:ea typeface="微软雅黑" panose="020B0503020204020204" charset="-122"/>
                <a:cs typeface="微软雅黑" panose="020B0503020204020204" charset="-122"/>
              </a:defRPr>
            </a:pPr>
            <a:r>
              <a:rPr sz="1500" b="0">
                <a:solidFill>
                  <a:srgbClr val="AF5845"/>
                </a:solidFill>
                <a:latin typeface="微软雅黑" panose="020B0503020204020204" charset="-122"/>
                <a:ea typeface="微软雅黑" panose="020B0503020204020204" charset="-122"/>
                <a:cs typeface="微软雅黑" panose="020B0503020204020204" charset="-122"/>
              </a:rPr>
              <a:t>27.20s   帧 1632</a:t>
            </a:r>
            <a:endParaRPr sz="1500" b="0">
              <a:solidFill>
                <a:srgbClr val="AF5845"/>
              </a:solidFill>
              <a:latin typeface="微软雅黑" panose="020B0503020204020204" charset="-122"/>
              <a:ea typeface="微软雅黑" panose="020B0503020204020204" charset="-122"/>
              <a:cs typeface="微软雅黑" panose="020B0503020204020204" charset="-122"/>
            </a:endParaRPr>
          </a:p>
        </p:txBody>
      </p:sp>
      <p:pic>
        <p:nvPicPr>
          <p:cNvPr id="43" name="图片 42"/>
          <p:cNvPicPr>
            <a:picLocks noChangeAspect="1"/>
          </p:cNvPicPr>
          <p:nvPr/>
        </p:nvPicPr>
        <p:blipFill>
          <a:blip r:embed="rId9"/>
          <a:stretch>
            <a:fillRect/>
          </a:stretch>
        </p:blipFill>
        <p:spPr>
          <a:xfrm>
            <a:off x="4886325" y="4591050"/>
            <a:ext cx="2000250" cy="937617"/>
          </a:xfrm>
          <a:prstGeom prst="rect">
            <a:avLst/>
          </a:prstGeom>
        </p:spPr>
      </p:pic>
      <p:sp>
        <p:nvSpPr>
          <p:cNvPr id="44" name="20 分   5 条生命"/>
          <p:cNvSpPr>
            <a:spLocks noGrp="1"/>
          </p:cNvSpPr>
          <p:nvPr/>
        </p:nvSpPr>
        <p:spPr>
          <a:xfrm>
            <a:off x="4886325" y="5581650"/>
            <a:ext cx="2000250" cy="257175"/>
          </a:xfrm>
          <a:prstGeom prst="rect">
            <a:avLst/>
          </a:prstGeom>
          <a:noFill/>
          <a:ln w="0">
            <a:noFill/>
          </a:ln>
        </p:spPr>
        <p:txBody>
          <a:bodyPr wrap="square" lIns="0" tIns="0" rIns="0" bIns="0" anchor="t">
            <a:noAutofit/>
          </a:bodyPr>
          <a:lstStyle>
            <a:defPPr algn="ctr">
              <a:defRPr sz="1500" b="0">
                <a:solidFill>
                  <a:srgbClr val="AF5845"/>
                </a:solidFill>
                <a:latin typeface="微软雅黑" panose="020B0503020204020204" charset="-122"/>
                <a:ea typeface="微软雅黑" panose="020B0503020204020204" charset="-122"/>
                <a:cs typeface="微软雅黑" panose="020B0503020204020204" charset="-122"/>
              </a:defRPr>
            </a:defPPr>
            <a:lvl1pPr algn="ctr">
              <a:defRPr sz="1500" b="0">
                <a:solidFill>
                  <a:srgbClr val="AF5845"/>
                </a:solidFill>
                <a:latin typeface="微软雅黑" panose="020B0503020204020204" charset="-122"/>
                <a:ea typeface="微软雅黑" panose="020B0503020204020204" charset="-122"/>
                <a:cs typeface="微软雅黑" panose="020B0503020204020204" charset="-122"/>
              </a:defRPr>
            </a:lvl1pPr>
            <a:lvl2pPr algn="ctr">
              <a:defRPr sz="1500" b="0">
                <a:solidFill>
                  <a:srgbClr val="AF5845"/>
                </a:solidFill>
                <a:latin typeface="微软雅黑" panose="020B0503020204020204" charset="-122"/>
                <a:ea typeface="微软雅黑" panose="020B0503020204020204" charset="-122"/>
                <a:cs typeface="微软雅黑" panose="020B0503020204020204" charset="-122"/>
              </a:defRPr>
            </a:lvl2pPr>
            <a:lvl3pPr algn="ctr">
              <a:defRPr sz="1500" b="0">
                <a:solidFill>
                  <a:srgbClr val="AF5845"/>
                </a:solidFill>
                <a:latin typeface="微软雅黑" panose="020B0503020204020204" charset="-122"/>
                <a:ea typeface="微软雅黑" panose="020B0503020204020204" charset="-122"/>
                <a:cs typeface="微软雅黑" panose="020B0503020204020204" charset="-122"/>
              </a:defRPr>
            </a:lvl3pPr>
            <a:lvl4pPr algn="ctr">
              <a:defRPr sz="1500" b="0">
                <a:solidFill>
                  <a:srgbClr val="AF5845"/>
                </a:solidFill>
                <a:latin typeface="微软雅黑" panose="020B0503020204020204" charset="-122"/>
                <a:ea typeface="微软雅黑" panose="020B0503020204020204" charset="-122"/>
                <a:cs typeface="微软雅黑" panose="020B0503020204020204" charset="-122"/>
              </a:defRPr>
            </a:lvl4pPr>
            <a:lvl5pPr algn="ctr">
              <a:defRPr sz="1500" b="0">
                <a:solidFill>
                  <a:srgbClr val="AF5845"/>
                </a:solidFill>
                <a:latin typeface="微软雅黑" panose="020B0503020204020204" charset="-122"/>
                <a:ea typeface="微软雅黑" panose="020B0503020204020204" charset="-122"/>
                <a:cs typeface="微软雅黑" panose="020B0503020204020204" charset="-122"/>
              </a:defRPr>
            </a:lvl5pPr>
            <a:lvl6pPr algn="ctr">
              <a:defRPr sz="1500" b="0">
                <a:solidFill>
                  <a:srgbClr val="AF5845"/>
                </a:solidFill>
                <a:latin typeface="微软雅黑" panose="020B0503020204020204" charset="-122"/>
                <a:ea typeface="微软雅黑" panose="020B0503020204020204" charset="-122"/>
                <a:cs typeface="微软雅黑" panose="020B0503020204020204" charset="-122"/>
              </a:defRPr>
            </a:lvl6pPr>
            <a:lvl7pPr algn="ctr">
              <a:defRPr sz="1500" b="0">
                <a:solidFill>
                  <a:srgbClr val="AF5845"/>
                </a:solidFill>
                <a:latin typeface="微软雅黑" panose="020B0503020204020204" charset="-122"/>
                <a:ea typeface="微软雅黑" panose="020B0503020204020204" charset="-122"/>
                <a:cs typeface="微软雅黑" panose="020B0503020204020204" charset="-122"/>
              </a:defRPr>
            </a:lvl7pPr>
            <a:lvl8pPr algn="ctr">
              <a:defRPr sz="1500" b="0">
                <a:solidFill>
                  <a:srgbClr val="AF5845"/>
                </a:solidFill>
                <a:latin typeface="微软雅黑" panose="020B0503020204020204" charset="-122"/>
                <a:ea typeface="微软雅黑" panose="020B0503020204020204" charset="-122"/>
                <a:cs typeface="微软雅黑" panose="020B0503020204020204" charset="-122"/>
              </a:defRPr>
            </a:lvl8pPr>
            <a:lvl9pPr algn="ctr">
              <a:defRPr sz="1500" b="0">
                <a:solidFill>
                  <a:srgbClr val="AF5845"/>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AF5845"/>
                </a:solidFill>
                <a:latin typeface="微软雅黑" panose="020B0503020204020204" charset="-122"/>
                <a:ea typeface="微软雅黑" panose="020B0503020204020204" charset="-122"/>
                <a:cs typeface="微软雅黑" panose="020B0503020204020204" charset="-122"/>
              </a:defRPr>
            </a:pPr>
            <a:r>
              <a:rPr sz="1500" b="0">
                <a:solidFill>
                  <a:srgbClr val="AF5845"/>
                </a:solidFill>
                <a:latin typeface="微软雅黑" panose="020B0503020204020204" charset="-122"/>
                <a:ea typeface="微软雅黑" panose="020B0503020204020204" charset="-122"/>
                <a:cs typeface="微软雅黑" panose="020B0503020204020204" charset="-122"/>
              </a:rPr>
              <a:t>20 分   5 条生命</a:t>
            </a:r>
            <a:endParaRPr sz="1500" b="0">
              <a:solidFill>
                <a:srgbClr val="AF5845"/>
              </a:solidFill>
              <a:latin typeface="微软雅黑" panose="020B0503020204020204" charset="-122"/>
              <a:ea typeface="微软雅黑" panose="020B0503020204020204" charset="-122"/>
              <a:cs typeface="微软雅黑" panose="020B0503020204020204" charset="-122"/>
            </a:endParaRPr>
          </a:p>
        </p:txBody>
      </p:sp>
      <p:sp>
        <p:nvSpPr>
          <p:cNvPr id="45" name="椭圆 44"/>
          <p:cNvSpPr>
            <a:spLocks noGrp="1"/>
          </p:cNvSpPr>
          <p:nvPr/>
        </p:nvSpPr>
        <p:spPr>
          <a:xfrm>
            <a:off x="6474079" y="5317405"/>
            <a:ext cx="152400" cy="152400"/>
          </a:xfrm>
          <a:prstGeom prst="ellipse">
            <a:avLst/>
          </a:prstGeom>
          <a:noFill/>
          <a:ln w="14288">
            <a:solidFill>
              <a:srgbClr val="F1C857"/>
            </a:solidFill>
          </a:ln>
        </p:spPr>
      </p:sp>
      <p:sp>
        <p:nvSpPr>
          <p:cNvPr id="46" name="失球 4/4"/>
          <p:cNvSpPr>
            <a:spLocks noGrp="1"/>
          </p:cNvSpPr>
          <p:nvPr/>
        </p:nvSpPr>
        <p:spPr>
          <a:xfrm>
            <a:off x="7067550" y="4000500"/>
            <a:ext cx="2000250" cy="285750"/>
          </a:xfrm>
          <a:prstGeom prst="rect">
            <a:avLst/>
          </a:prstGeom>
          <a:noFill/>
          <a:ln w="0">
            <a:noFill/>
          </a:ln>
        </p:spPr>
        <p:txBody>
          <a:bodyPr wrap="square" lIns="0" tIns="0" rIns="0" bIns="0" anchor="t">
            <a:noAutofit/>
          </a:bodyPr>
          <a:lstStyle>
            <a:defPPr algn="ctr">
              <a:defRPr sz="1725" b="1">
                <a:solidFill>
                  <a:srgbClr val="AF5845"/>
                </a:solidFill>
                <a:latin typeface="微软雅黑" panose="020B0503020204020204" charset="-122"/>
                <a:ea typeface="微软雅黑" panose="020B0503020204020204" charset="-122"/>
                <a:cs typeface="微软雅黑" panose="020B0503020204020204" charset="-122"/>
              </a:defRPr>
            </a:defPPr>
            <a:lvl1pPr algn="ctr">
              <a:defRPr sz="1725" b="1">
                <a:solidFill>
                  <a:srgbClr val="AF5845"/>
                </a:solidFill>
                <a:latin typeface="微软雅黑" panose="020B0503020204020204" charset="-122"/>
                <a:ea typeface="微软雅黑" panose="020B0503020204020204" charset="-122"/>
                <a:cs typeface="微软雅黑" panose="020B0503020204020204" charset="-122"/>
              </a:defRPr>
            </a:lvl1pPr>
            <a:lvl2pPr algn="ctr">
              <a:defRPr sz="1725" b="1">
                <a:solidFill>
                  <a:srgbClr val="AF5845"/>
                </a:solidFill>
                <a:latin typeface="微软雅黑" panose="020B0503020204020204" charset="-122"/>
                <a:ea typeface="微软雅黑" panose="020B0503020204020204" charset="-122"/>
                <a:cs typeface="微软雅黑" panose="020B0503020204020204" charset="-122"/>
              </a:defRPr>
            </a:lvl2pPr>
            <a:lvl3pPr algn="ctr">
              <a:defRPr sz="1725" b="1">
                <a:solidFill>
                  <a:srgbClr val="AF5845"/>
                </a:solidFill>
                <a:latin typeface="微软雅黑" panose="020B0503020204020204" charset="-122"/>
                <a:ea typeface="微软雅黑" panose="020B0503020204020204" charset="-122"/>
                <a:cs typeface="微软雅黑" panose="020B0503020204020204" charset="-122"/>
              </a:defRPr>
            </a:lvl3pPr>
            <a:lvl4pPr algn="ctr">
              <a:defRPr sz="1725" b="1">
                <a:solidFill>
                  <a:srgbClr val="AF5845"/>
                </a:solidFill>
                <a:latin typeface="微软雅黑" panose="020B0503020204020204" charset="-122"/>
                <a:ea typeface="微软雅黑" panose="020B0503020204020204" charset="-122"/>
                <a:cs typeface="微软雅黑" panose="020B0503020204020204" charset="-122"/>
              </a:defRPr>
            </a:lvl4pPr>
            <a:lvl5pPr algn="ctr">
              <a:defRPr sz="1725" b="1">
                <a:solidFill>
                  <a:srgbClr val="AF5845"/>
                </a:solidFill>
                <a:latin typeface="微软雅黑" panose="020B0503020204020204" charset="-122"/>
                <a:ea typeface="微软雅黑" panose="020B0503020204020204" charset="-122"/>
                <a:cs typeface="微软雅黑" panose="020B0503020204020204" charset="-122"/>
              </a:defRPr>
            </a:lvl5pPr>
            <a:lvl6pPr algn="ctr">
              <a:defRPr sz="1725" b="1">
                <a:solidFill>
                  <a:srgbClr val="AF5845"/>
                </a:solidFill>
                <a:latin typeface="微软雅黑" panose="020B0503020204020204" charset="-122"/>
                <a:ea typeface="微软雅黑" panose="020B0503020204020204" charset="-122"/>
                <a:cs typeface="微软雅黑" panose="020B0503020204020204" charset="-122"/>
              </a:defRPr>
            </a:lvl6pPr>
            <a:lvl7pPr algn="ctr">
              <a:defRPr sz="1725" b="1">
                <a:solidFill>
                  <a:srgbClr val="AF5845"/>
                </a:solidFill>
                <a:latin typeface="微软雅黑" panose="020B0503020204020204" charset="-122"/>
                <a:ea typeface="微软雅黑" panose="020B0503020204020204" charset="-122"/>
                <a:cs typeface="微软雅黑" panose="020B0503020204020204" charset="-122"/>
              </a:defRPr>
            </a:lvl7pPr>
            <a:lvl8pPr algn="ctr">
              <a:defRPr sz="1725" b="1">
                <a:solidFill>
                  <a:srgbClr val="AF5845"/>
                </a:solidFill>
                <a:latin typeface="微软雅黑" panose="020B0503020204020204" charset="-122"/>
                <a:ea typeface="微软雅黑" panose="020B0503020204020204" charset="-122"/>
                <a:cs typeface="微软雅黑" panose="020B0503020204020204" charset="-122"/>
              </a:defRPr>
            </a:lvl8pPr>
            <a:lvl9pPr algn="ctr">
              <a:defRPr sz="1725" b="1">
                <a:solidFill>
                  <a:srgbClr val="AF5845"/>
                </a:solidFill>
                <a:latin typeface="微软雅黑" panose="020B0503020204020204" charset="-122"/>
                <a:ea typeface="微软雅黑" panose="020B0503020204020204" charset="-122"/>
                <a:cs typeface="微软雅黑" panose="020B0503020204020204" charset="-122"/>
              </a:defRPr>
            </a:lvl9pPr>
          </a:lstStyle>
          <a:p>
            <a:pPr algn="ctr">
              <a:defRPr sz="1725" b="1">
                <a:solidFill>
                  <a:srgbClr val="AF5845"/>
                </a:solidFill>
                <a:latin typeface="微软雅黑" panose="020B0503020204020204" charset="-122"/>
                <a:ea typeface="微软雅黑" panose="020B0503020204020204" charset="-122"/>
                <a:cs typeface="微软雅黑" panose="020B0503020204020204" charset="-122"/>
              </a:defRPr>
            </a:pPr>
            <a:r>
              <a:rPr sz="1725" b="1">
                <a:solidFill>
                  <a:srgbClr val="AF5845"/>
                </a:solidFill>
                <a:latin typeface="微软雅黑" panose="020B0503020204020204" charset="-122"/>
                <a:ea typeface="微软雅黑" panose="020B0503020204020204" charset="-122"/>
                <a:cs typeface="微软雅黑" panose="020B0503020204020204" charset="-122"/>
              </a:rPr>
              <a:t>失球 4/4</a:t>
            </a:r>
            <a:endParaRPr sz="1725" b="1">
              <a:solidFill>
                <a:srgbClr val="AF5845"/>
              </a:solidFill>
              <a:latin typeface="微软雅黑" panose="020B0503020204020204" charset="-122"/>
              <a:ea typeface="微软雅黑" panose="020B0503020204020204" charset="-122"/>
              <a:cs typeface="微软雅黑" panose="020B0503020204020204" charset="-122"/>
            </a:endParaRPr>
          </a:p>
        </p:txBody>
      </p:sp>
      <p:sp>
        <p:nvSpPr>
          <p:cNvPr id="47" name="27.40s   帧 1644"/>
          <p:cNvSpPr>
            <a:spLocks noGrp="1"/>
          </p:cNvSpPr>
          <p:nvPr/>
        </p:nvSpPr>
        <p:spPr>
          <a:xfrm>
            <a:off x="7067550" y="4305300"/>
            <a:ext cx="2000250" cy="266700"/>
          </a:xfrm>
          <a:prstGeom prst="rect">
            <a:avLst/>
          </a:prstGeom>
          <a:noFill/>
          <a:ln w="0">
            <a:noFill/>
          </a:ln>
        </p:spPr>
        <p:txBody>
          <a:bodyPr wrap="square" lIns="0" tIns="0" rIns="0" bIns="0" anchor="t">
            <a:noAutofit/>
          </a:bodyPr>
          <a:lstStyle>
            <a:defPPr algn="ctr">
              <a:defRPr sz="1500" b="0">
                <a:solidFill>
                  <a:srgbClr val="AF5845"/>
                </a:solidFill>
                <a:latin typeface="微软雅黑" panose="020B0503020204020204" charset="-122"/>
                <a:ea typeface="微软雅黑" panose="020B0503020204020204" charset="-122"/>
                <a:cs typeface="微软雅黑" panose="020B0503020204020204" charset="-122"/>
              </a:defRPr>
            </a:defPPr>
            <a:lvl1pPr algn="ctr">
              <a:defRPr sz="1500" b="0">
                <a:solidFill>
                  <a:srgbClr val="AF5845"/>
                </a:solidFill>
                <a:latin typeface="微软雅黑" panose="020B0503020204020204" charset="-122"/>
                <a:ea typeface="微软雅黑" panose="020B0503020204020204" charset="-122"/>
                <a:cs typeface="微软雅黑" panose="020B0503020204020204" charset="-122"/>
              </a:defRPr>
            </a:lvl1pPr>
            <a:lvl2pPr algn="ctr">
              <a:defRPr sz="1500" b="0">
                <a:solidFill>
                  <a:srgbClr val="AF5845"/>
                </a:solidFill>
                <a:latin typeface="微软雅黑" panose="020B0503020204020204" charset="-122"/>
                <a:ea typeface="微软雅黑" panose="020B0503020204020204" charset="-122"/>
                <a:cs typeface="微软雅黑" panose="020B0503020204020204" charset="-122"/>
              </a:defRPr>
            </a:lvl2pPr>
            <a:lvl3pPr algn="ctr">
              <a:defRPr sz="1500" b="0">
                <a:solidFill>
                  <a:srgbClr val="AF5845"/>
                </a:solidFill>
                <a:latin typeface="微软雅黑" panose="020B0503020204020204" charset="-122"/>
                <a:ea typeface="微软雅黑" panose="020B0503020204020204" charset="-122"/>
                <a:cs typeface="微软雅黑" panose="020B0503020204020204" charset="-122"/>
              </a:defRPr>
            </a:lvl3pPr>
            <a:lvl4pPr algn="ctr">
              <a:defRPr sz="1500" b="0">
                <a:solidFill>
                  <a:srgbClr val="AF5845"/>
                </a:solidFill>
                <a:latin typeface="微软雅黑" panose="020B0503020204020204" charset="-122"/>
                <a:ea typeface="微软雅黑" panose="020B0503020204020204" charset="-122"/>
                <a:cs typeface="微软雅黑" panose="020B0503020204020204" charset="-122"/>
              </a:defRPr>
            </a:lvl4pPr>
            <a:lvl5pPr algn="ctr">
              <a:defRPr sz="1500" b="0">
                <a:solidFill>
                  <a:srgbClr val="AF5845"/>
                </a:solidFill>
                <a:latin typeface="微软雅黑" panose="020B0503020204020204" charset="-122"/>
                <a:ea typeface="微软雅黑" panose="020B0503020204020204" charset="-122"/>
                <a:cs typeface="微软雅黑" panose="020B0503020204020204" charset="-122"/>
              </a:defRPr>
            </a:lvl5pPr>
            <a:lvl6pPr algn="ctr">
              <a:defRPr sz="1500" b="0">
                <a:solidFill>
                  <a:srgbClr val="AF5845"/>
                </a:solidFill>
                <a:latin typeface="微软雅黑" panose="020B0503020204020204" charset="-122"/>
                <a:ea typeface="微软雅黑" panose="020B0503020204020204" charset="-122"/>
                <a:cs typeface="微软雅黑" panose="020B0503020204020204" charset="-122"/>
              </a:defRPr>
            </a:lvl6pPr>
            <a:lvl7pPr algn="ctr">
              <a:defRPr sz="1500" b="0">
                <a:solidFill>
                  <a:srgbClr val="AF5845"/>
                </a:solidFill>
                <a:latin typeface="微软雅黑" panose="020B0503020204020204" charset="-122"/>
                <a:ea typeface="微软雅黑" panose="020B0503020204020204" charset="-122"/>
                <a:cs typeface="微软雅黑" panose="020B0503020204020204" charset="-122"/>
              </a:defRPr>
            </a:lvl7pPr>
            <a:lvl8pPr algn="ctr">
              <a:defRPr sz="1500" b="0">
                <a:solidFill>
                  <a:srgbClr val="AF5845"/>
                </a:solidFill>
                <a:latin typeface="微软雅黑" panose="020B0503020204020204" charset="-122"/>
                <a:ea typeface="微软雅黑" panose="020B0503020204020204" charset="-122"/>
                <a:cs typeface="微软雅黑" panose="020B0503020204020204" charset="-122"/>
              </a:defRPr>
            </a:lvl8pPr>
            <a:lvl9pPr algn="ctr">
              <a:defRPr sz="1500" b="0">
                <a:solidFill>
                  <a:srgbClr val="AF5845"/>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AF5845"/>
                </a:solidFill>
                <a:latin typeface="微软雅黑" panose="020B0503020204020204" charset="-122"/>
                <a:ea typeface="微软雅黑" panose="020B0503020204020204" charset="-122"/>
                <a:cs typeface="微软雅黑" panose="020B0503020204020204" charset="-122"/>
              </a:defRPr>
            </a:pPr>
            <a:r>
              <a:rPr sz="1500" b="0">
                <a:solidFill>
                  <a:srgbClr val="AF5845"/>
                </a:solidFill>
                <a:latin typeface="微软雅黑" panose="020B0503020204020204" charset="-122"/>
                <a:ea typeface="微软雅黑" panose="020B0503020204020204" charset="-122"/>
                <a:cs typeface="微软雅黑" panose="020B0503020204020204" charset="-122"/>
              </a:rPr>
              <a:t>27.40s   帧 1644</a:t>
            </a:r>
            <a:endParaRPr sz="1500" b="0">
              <a:solidFill>
                <a:srgbClr val="AF5845"/>
              </a:solidFill>
              <a:latin typeface="微软雅黑" panose="020B0503020204020204" charset="-122"/>
              <a:ea typeface="微软雅黑" panose="020B0503020204020204" charset="-122"/>
              <a:cs typeface="微软雅黑" panose="020B0503020204020204" charset="-122"/>
            </a:endParaRPr>
          </a:p>
        </p:txBody>
      </p:sp>
      <p:pic>
        <p:nvPicPr>
          <p:cNvPr id="48" name="图片 47"/>
          <p:cNvPicPr>
            <a:picLocks noChangeAspect="1"/>
          </p:cNvPicPr>
          <p:nvPr/>
        </p:nvPicPr>
        <p:blipFill>
          <a:blip r:embed="rId10"/>
          <a:stretch>
            <a:fillRect/>
          </a:stretch>
        </p:blipFill>
        <p:spPr>
          <a:xfrm>
            <a:off x="7067550" y="4591050"/>
            <a:ext cx="2000250" cy="937617"/>
          </a:xfrm>
          <a:prstGeom prst="rect">
            <a:avLst/>
          </a:prstGeom>
        </p:spPr>
      </p:pic>
      <p:sp>
        <p:nvSpPr>
          <p:cNvPr id="49" name="20 分   4 条生命"/>
          <p:cNvSpPr>
            <a:spLocks noGrp="1"/>
          </p:cNvSpPr>
          <p:nvPr/>
        </p:nvSpPr>
        <p:spPr>
          <a:xfrm>
            <a:off x="7067550" y="5581650"/>
            <a:ext cx="2000250" cy="257175"/>
          </a:xfrm>
          <a:prstGeom prst="rect">
            <a:avLst/>
          </a:prstGeom>
          <a:noFill/>
          <a:ln w="0">
            <a:noFill/>
          </a:ln>
        </p:spPr>
        <p:txBody>
          <a:bodyPr wrap="square" lIns="0" tIns="0" rIns="0" bIns="0" anchor="t">
            <a:noAutofit/>
          </a:bodyPr>
          <a:lstStyle>
            <a:defPPr algn="ctr">
              <a:defRPr sz="1500" b="0">
                <a:solidFill>
                  <a:srgbClr val="AF5845"/>
                </a:solidFill>
                <a:latin typeface="微软雅黑" panose="020B0503020204020204" charset="-122"/>
                <a:ea typeface="微软雅黑" panose="020B0503020204020204" charset="-122"/>
                <a:cs typeface="微软雅黑" panose="020B0503020204020204" charset="-122"/>
              </a:defRPr>
            </a:defPPr>
            <a:lvl1pPr algn="ctr">
              <a:defRPr sz="1500" b="0">
                <a:solidFill>
                  <a:srgbClr val="AF5845"/>
                </a:solidFill>
                <a:latin typeface="微软雅黑" panose="020B0503020204020204" charset="-122"/>
                <a:ea typeface="微软雅黑" panose="020B0503020204020204" charset="-122"/>
                <a:cs typeface="微软雅黑" panose="020B0503020204020204" charset="-122"/>
              </a:defRPr>
            </a:lvl1pPr>
            <a:lvl2pPr algn="ctr">
              <a:defRPr sz="1500" b="0">
                <a:solidFill>
                  <a:srgbClr val="AF5845"/>
                </a:solidFill>
                <a:latin typeface="微软雅黑" panose="020B0503020204020204" charset="-122"/>
                <a:ea typeface="微软雅黑" panose="020B0503020204020204" charset="-122"/>
                <a:cs typeface="微软雅黑" panose="020B0503020204020204" charset="-122"/>
              </a:defRPr>
            </a:lvl2pPr>
            <a:lvl3pPr algn="ctr">
              <a:defRPr sz="1500" b="0">
                <a:solidFill>
                  <a:srgbClr val="AF5845"/>
                </a:solidFill>
                <a:latin typeface="微软雅黑" panose="020B0503020204020204" charset="-122"/>
                <a:ea typeface="微软雅黑" panose="020B0503020204020204" charset="-122"/>
                <a:cs typeface="微软雅黑" panose="020B0503020204020204" charset="-122"/>
              </a:defRPr>
            </a:lvl3pPr>
            <a:lvl4pPr algn="ctr">
              <a:defRPr sz="1500" b="0">
                <a:solidFill>
                  <a:srgbClr val="AF5845"/>
                </a:solidFill>
                <a:latin typeface="微软雅黑" panose="020B0503020204020204" charset="-122"/>
                <a:ea typeface="微软雅黑" panose="020B0503020204020204" charset="-122"/>
                <a:cs typeface="微软雅黑" panose="020B0503020204020204" charset="-122"/>
              </a:defRPr>
            </a:lvl4pPr>
            <a:lvl5pPr algn="ctr">
              <a:defRPr sz="1500" b="0">
                <a:solidFill>
                  <a:srgbClr val="AF5845"/>
                </a:solidFill>
                <a:latin typeface="微软雅黑" panose="020B0503020204020204" charset="-122"/>
                <a:ea typeface="微软雅黑" panose="020B0503020204020204" charset="-122"/>
                <a:cs typeface="微软雅黑" panose="020B0503020204020204" charset="-122"/>
              </a:defRPr>
            </a:lvl5pPr>
            <a:lvl6pPr algn="ctr">
              <a:defRPr sz="1500" b="0">
                <a:solidFill>
                  <a:srgbClr val="AF5845"/>
                </a:solidFill>
                <a:latin typeface="微软雅黑" panose="020B0503020204020204" charset="-122"/>
                <a:ea typeface="微软雅黑" panose="020B0503020204020204" charset="-122"/>
                <a:cs typeface="微软雅黑" panose="020B0503020204020204" charset="-122"/>
              </a:defRPr>
            </a:lvl6pPr>
            <a:lvl7pPr algn="ctr">
              <a:defRPr sz="1500" b="0">
                <a:solidFill>
                  <a:srgbClr val="AF5845"/>
                </a:solidFill>
                <a:latin typeface="微软雅黑" panose="020B0503020204020204" charset="-122"/>
                <a:ea typeface="微软雅黑" panose="020B0503020204020204" charset="-122"/>
                <a:cs typeface="微软雅黑" panose="020B0503020204020204" charset="-122"/>
              </a:defRPr>
            </a:lvl7pPr>
            <a:lvl8pPr algn="ctr">
              <a:defRPr sz="1500" b="0">
                <a:solidFill>
                  <a:srgbClr val="AF5845"/>
                </a:solidFill>
                <a:latin typeface="微软雅黑" panose="020B0503020204020204" charset="-122"/>
                <a:ea typeface="微软雅黑" panose="020B0503020204020204" charset="-122"/>
                <a:cs typeface="微软雅黑" panose="020B0503020204020204" charset="-122"/>
              </a:defRPr>
            </a:lvl8pPr>
            <a:lvl9pPr algn="ctr">
              <a:defRPr sz="1500" b="0">
                <a:solidFill>
                  <a:srgbClr val="AF5845"/>
                </a:solidFill>
                <a:latin typeface="微软雅黑" panose="020B0503020204020204" charset="-122"/>
                <a:ea typeface="微软雅黑" panose="020B0503020204020204" charset="-122"/>
                <a:cs typeface="微软雅黑" panose="020B0503020204020204" charset="-122"/>
              </a:defRPr>
            </a:lvl9pPr>
          </a:lstStyle>
          <a:p>
            <a:pPr algn="ctr">
              <a:defRPr sz="1500" b="0">
                <a:solidFill>
                  <a:srgbClr val="AF5845"/>
                </a:solidFill>
                <a:latin typeface="微软雅黑" panose="020B0503020204020204" charset="-122"/>
                <a:ea typeface="微软雅黑" panose="020B0503020204020204" charset="-122"/>
                <a:cs typeface="微软雅黑" panose="020B0503020204020204" charset="-122"/>
              </a:defRPr>
            </a:pPr>
            <a:r>
              <a:rPr sz="1500" b="0">
                <a:solidFill>
                  <a:srgbClr val="AF5845"/>
                </a:solidFill>
                <a:latin typeface="微软雅黑" panose="020B0503020204020204" charset="-122"/>
                <a:ea typeface="微软雅黑" panose="020B0503020204020204" charset="-122"/>
                <a:cs typeface="微软雅黑" panose="020B0503020204020204" charset="-122"/>
              </a:rPr>
              <a:t>20 分   4 条生命</a:t>
            </a:r>
            <a:endParaRPr sz="1500" b="0">
              <a:solidFill>
                <a:srgbClr val="AF5845"/>
              </a:solidFill>
              <a:latin typeface="微软雅黑" panose="020B0503020204020204" charset="-122"/>
              <a:ea typeface="微软雅黑" panose="020B0503020204020204" charset="-122"/>
              <a:cs typeface="微软雅黑" panose="020B0503020204020204" charset="-122"/>
            </a:endParaRPr>
          </a:p>
        </p:txBody>
      </p:sp>
      <p:sp>
        <p:nvSpPr>
          <p:cNvPr id="50" name="接球片段"/>
          <p:cNvSpPr>
            <a:spLocks noGrp="1"/>
          </p:cNvSpPr>
          <p:nvPr/>
        </p:nvSpPr>
        <p:spPr>
          <a:xfrm>
            <a:off x="9391650" y="2266950"/>
            <a:ext cx="2286000"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接球片段</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51" name="挡板移到接触位置，随后小球向上反弹。"/>
          <p:cNvSpPr>
            <a:spLocks noGrp="1"/>
          </p:cNvSpPr>
          <p:nvPr/>
        </p:nvSpPr>
        <p:spPr>
          <a:xfrm>
            <a:off x="9391650" y="2676525"/>
            <a:ext cx="2286000" cy="1219200"/>
          </a:xfrm>
          <a:prstGeom prst="rect">
            <a:avLst/>
          </a:prstGeom>
          <a:noFill/>
          <a:ln w="0">
            <a:noFill/>
          </a:ln>
        </p:spPr>
        <p:txBody>
          <a:bodyPr wrap="square" lIns="0" tIns="0" rIns="0" bIns="0" anchor="t">
            <a:noAutofit/>
          </a:bodyPr>
          <a:lstStyle>
            <a:defPPr algn="l">
              <a:defRPr sz="165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65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65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65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65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65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65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65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65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65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650" b="0">
                <a:solidFill>
                  <a:srgbClr val="1B2938"/>
                </a:solidFill>
                <a:latin typeface="微软雅黑" panose="020B0503020204020204" charset="-122"/>
                <a:ea typeface="微软雅黑" panose="020B0503020204020204" charset="-122"/>
                <a:cs typeface="微软雅黑" panose="020B0503020204020204" charset="-122"/>
              </a:defRPr>
            </a:pPr>
            <a:r>
              <a:rPr sz="1650" b="0">
                <a:solidFill>
                  <a:srgbClr val="1B2938"/>
                </a:solidFill>
                <a:latin typeface="微软雅黑" panose="020B0503020204020204" charset="-122"/>
                <a:ea typeface="微软雅黑" panose="020B0503020204020204" charset="-122"/>
                <a:cs typeface="微软雅黑" panose="020B0503020204020204" charset="-122"/>
              </a:rPr>
              <a:t>挡板移到接触位置，随后小球向上反弹。</a:t>
            </a:r>
            <a:endParaRPr sz="165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52" name="失球片段"/>
          <p:cNvSpPr>
            <a:spLocks noGrp="1"/>
          </p:cNvSpPr>
          <p:nvPr/>
        </p:nvSpPr>
        <p:spPr>
          <a:xfrm>
            <a:off x="9391650" y="3848100"/>
            <a:ext cx="2286000"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失球片段</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53" name="小球靠近右侧时超出挡板覆盖范围，生命由 5 减至 4。"/>
          <p:cNvSpPr>
            <a:spLocks noGrp="1"/>
          </p:cNvSpPr>
          <p:nvPr/>
        </p:nvSpPr>
        <p:spPr>
          <a:xfrm>
            <a:off x="9391650" y="4257675"/>
            <a:ext cx="2286000" cy="1219200"/>
          </a:xfrm>
          <a:prstGeom prst="rect">
            <a:avLst/>
          </a:prstGeom>
          <a:noFill/>
          <a:ln w="0">
            <a:noFill/>
          </a:ln>
        </p:spPr>
        <p:txBody>
          <a:bodyPr wrap="square" lIns="0" tIns="0" rIns="0" bIns="0" anchor="t">
            <a:noAutofit/>
          </a:bodyPr>
          <a:lstStyle>
            <a:defPPr algn="l">
              <a:defRPr sz="165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65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65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65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65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65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65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65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65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65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650" b="0">
                <a:solidFill>
                  <a:srgbClr val="1B2938"/>
                </a:solidFill>
                <a:latin typeface="微软雅黑" panose="020B0503020204020204" charset="-122"/>
                <a:ea typeface="微软雅黑" panose="020B0503020204020204" charset="-122"/>
                <a:cs typeface="微软雅黑" panose="020B0503020204020204" charset="-122"/>
              </a:defRPr>
            </a:pPr>
            <a:r>
              <a:rPr sz="1650" b="0">
                <a:solidFill>
                  <a:srgbClr val="1B2938"/>
                </a:solidFill>
                <a:latin typeface="微软雅黑" panose="020B0503020204020204" charset="-122"/>
                <a:ea typeface="微软雅黑" panose="020B0503020204020204" charset="-122"/>
                <a:cs typeface="微软雅黑" panose="020B0503020204020204" charset="-122"/>
              </a:rPr>
              <a:t>小球靠近右侧时超出挡板覆盖范围，生命由 5 减至 4。</a:t>
            </a:r>
            <a:endParaRPr sz="165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54" name="单个片段不足以证明&#10;精确落点预测能力。"/>
          <p:cNvSpPr>
            <a:spLocks noGrp="1"/>
          </p:cNvSpPr>
          <p:nvPr/>
        </p:nvSpPr>
        <p:spPr>
          <a:xfrm>
            <a:off x="9391650" y="5581650"/>
            <a:ext cx="2286000" cy="628650"/>
          </a:xfrm>
          <a:prstGeom prst="rect">
            <a:avLst/>
          </a:prstGeom>
          <a:noFill/>
          <a:ln w="0">
            <a:noFill/>
          </a:ln>
        </p:spPr>
        <p:txBody>
          <a:bodyPr wrap="square" lIns="0" tIns="0" rIns="0" bIns="0" anchor="t">
            <a:noAutofit/>
          </a:bodyPr>
          <a:lstStyle>
            <a:defPPr algn="l">
              <a:defRPr sz="1650" b="1">
                <a:solidFill>
                  <a:srgbClr val="AF5845"/>
                </a:solidFill>
                <a:latin typeface="微软雅黑" panose="020B0503020204020204" charset="-122"/>
                <a:ea typeface="微软雅黑" panose="020B0503020204020204" charset="-122"/>
                <a:cs typeface="微软雅黑" panose="020B0503020204020204" charset="-122"/>
              </a:defRPr>
            </a:defPPr>
            <a:lvl1pPr algn="l">
              <a:defRPr sz="1650" b="1">
                <a:solidFill>
                  <a:srgbClr val="AF5845"/>
                </a:solidFill>
                <a:latin typeface="微软雅黑" panose="020B0503020204020204" charset="-122"/>
                <a:ea typeface="微软雅黑" panose="020B0503020204020204" charset="-122"/>
                <a:cs typeface="微软雅黑" panose="020B0503020204020204" charset="-122"/>
              </a:defRPr>
            </a:lvl1pPr>
            <a:lvl2pPr algn="l">
              <a:defRPr sz="1650" b="1">
                <a:solidFill>
                  <a:srgbClr val="AF5845"/>
                </a:solidFill>
                <a:latin typeface="微软雅黑" panose="020B0503020204020204" charset="-122"/>
                <a:ea typeface="微软雅黑" panose="020B0503020204020204" charset="-122"/>
                <a:cs typeface="微软雅黑" panose="020B0503020204020204" charset="-122"/>
              </a:defRPr>
            </a:lvl2pPr>
            <a:lvl3pPr algn="l">
              <a:defRPr sz="1650" b="1">
                <a:solidFill>
                  <a:srgbClr val="AF5845"/>
                </a:solidFill>
                <a:latin typeface="微软雅黑" panose="020B0503020204020204" charset="-122"/>
                <a:ea typeface="微软雅黑" panose="020B0503020204020204" charset="-122"/>
                <a:cs typeface="微软雅黑" panose="020B0503020204020204" charset="-122"/>
              </a:defRPr>
            </a:lvl3pPr>
            <a:lvl4pPr algn="l">
              <a:defRPr sz="1650" b="1">
                <a:solidFill>
                  <a:srgbClr val="AF5845"/>
                </a:solidFill>
                <a:latin typeface="微软雅黑" panose="020B0503020204020204" charset="-122"/>
                <a:ea typeface="微软雅黑" panose="020B0503020204020204" charset="-122"/>
                <a:cs typeface="微软雅黑" panose="020B0503020204020204" charset="-122"/>
              </a:defRPr>
            </a:lvl4pPr>
            <a:lvl5pPr algn="l">
              <a:defRPr sz="1650" b="1">
                <a:solidFill>
                  <a:srgbClr val="AF5845"/>
                </a:solidFill>
                <a:latin typeface="微软雅黑" panose="020B0503020204020204" charset="-122"/>
                <a:ea typeface="微软雅黑" panose="020B0503020204020204" charset="-122"/>
                <a:cs typeface="微软雅黑" panose="020B0503020204020204" charset="-122"/>
              </a:defRPr>
            </a:lvl5pPr>
            <a:lvl6pPr algn="l">
              <a:defRPr sz="1650" b="1">
                <a:solidFill>
                  <a:srgbClr val="AF5845"/>
                </a:solidFill>
                <a:latin typeface="微软雅黑" panose="020B0503020204020204" charset="-122"/>
                <a:ea typeface="微软雅黑" panose="020B0503020204020204" charset="-122"/>
                <a:cs typeface="微软雅黑" panose="020B0503020204020204" charset="-122"/>
              </a:defRPr>
            </a:lvl6pPr>
            <a:lvl7pPr algn="l">
              <a:defRPr sz="1650" b="1">
                <a:solidFill>
                  <a:srgbClr val="AF5845"/>
                </a:solidFill>
                <a:latin typeface="微软雅黑" panose="020B0503020204020204" charset="-122"/>
                <a:ea typeface="微软雅黑" panose="020B0503020204020204" charset="-122"/>
                <a:cs typeface="微软雅黑" panose="020B0503020204020204" charset="-122"/>
              </a:defRPr>
            </a:lvl7pPr>
            <a:lvl8pPr algn="l">
              <a:defRPr sz="1650" b="1">
                <a:solidFill>
                  <a:srgbClr val="AF5845"/>
                </a:solidFill>
                <a:latin typeface="微软雅黑" panose="020B0503020204020204" charset="-122"/>
                <a:ea typeface="微软雅黑" panose="020B0503020204020204" charset="-122"/>
                <a:cs typeface="微软雅黑" panose="020B0503020204020204" charset="-122"/>
              </a:defRPr>
            </a:lvl8pPr>
            <a:lvl9pPr algn="l">
              <a:defRPr sz="1650" b="1">
                <a:solidFill>
                  <a:srgbClr val="AF5845"/>
                </a:solidFill>
                <a:latin typeface="微软雅黑" panose="020B0503020204020204" charset="-122"/>
                <a:ea typeface="微软雅黑" panose="020B0503020204020204" charset="-122"/>
                <a:cs typeface="微软雅黑" panose="020B0503020204020204" charset="-122"/>
              </a:defRPr>
            </a:lvl9pPr>
          </a:lstStyle>
          <a:p>
            <a:pPr algn="l">
              <a:defRPr sz="1650" b="1">
                <a:solidFill>
                  <a:srgbClr val="AF5845"/>
                </a:solidFill>
                <a:latin typeface="微软雅黑" panose="020B0503020204020204" charset="-122"/>
                <a:ea typeface="微软雅黑" panose="020B0503020204020204" charset="-122"/>
                <a:cs typeface="微软雅黑" panose="020B0503020204020204" charset="-122"/>
              </a:defRPr>
            </a:pPr>
            <a:r>
              <a:rPr sz="1650" b="1">
                <a:solidFill>
                  <a:srgbClr val="AF5845"/>
                </a:solidFill>
                <a:latin typeface="微软雅黑" panose="020B0503020204020204" charset="-122"/>
                <a:ea typeface="微软雅黑" panose="020B0503020204020204" charset="-122"/>
                <a:cs typeface="微软雅黑" panose="020B0503020204020204" charset="-122"/>
              </a:rPr>
              <a:t>单个片段不足以证明</a:t>
            </a:r>
            <a:endParaRPr sz="1650" b="1">
              <a:solidFill>
                <a:srgbClr val="AF5845"/>
              </a:solidFill>
              <a:latin typeface="微软雅黑" panose="020B0503020204020204" charset="-122"/>
              <a:ea typeface="微软雅黑" panose="020B0503020204020204" charset="-122"/>
              <a:cs typeface="微软雅黑" panose="020B0503020204020204" charset="-122"/>
            </a:endParaRPr>
          </a:p>
          <a:p>
            <a:pPr algn="l">
              <a:defRPr sz="1650" b="1">
                <a:solidFill>
                  <a:srgbClr val="AF5845"/>
                </a:solidFill>
                <a:latin typeface="微软雅黑" panose="020B0503020204020204" charset="-122"/>
                <a:ea typeface="微软雅黑" panose="020B0503020204020204" charset="-122"/>
                <a:cs typeface="微软雅黑" panose="020B0503020204020204" charset="-122"/>
              </a:defRPr>
            </a:pPr>
            <a:r>
              <a:rPr sz="1650" b="1">
                <a:solidFill>
                  <a:srgbClr val="AF5845"/>
                </a:solidFill>
                <a:latin typeface="微软雅黑" panose="020B0503020204020204" charset="-122"/>
                <a:ea typeface="微软雅黑" panose="020B0503020204020204" charset="-122"/>
                <a:cs typeface="微软雅黑" panose="020B0503020204020204" charset="-122"/>
              </a:rPr>
              <a:t>精确落点预测能力。</a:t>
            </a:r>
            <a:endParaRPr sz="1650" b="1">
              <a:solidFill>
                <a:srgbClr val="AF5845"/>
              </a:solidFill>
              <a:latin typeface="微软雅黑" panose="020B0503020204020204" charset="-122"/>
              <a:ea typeface="微软雅黑" panose="020B0503020204020204" charset="-122"/>
              <a:cs typeface="微软雅黑" panose="020B0503020204020204" charset="-122"/>
            </a:endParaRPr>
          </a:p>
        </p:txBody>
      </p:sp>
      <p:sp>
        <p:nvSpPr>
          <p:cNvPr id="55" name="真实运行：推荐模型，种子 42000，同一局游戏；相邻采样间隔 12 个物理帧（0.2 秒"/>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真实运行：推荐模型，种子 42000，同一局游戏；相邻采样间隔 12 个物理帧（0.2 秒）。</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3" name="图片 2"/>
          <p:cNvPicPr>
            <a:picLocks noChangeAspect="1"/>
          </p:cNvPicPr>
          <p:nvPr/>
        </p:nvPicPr>
        <p:blipFill rotWithShape="1">
          <a:blip r:embed="rId1">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2"/>
          <a:stretch>
            <a:fillRect/>
          </a:stretch>
        </p:blipFill>
        <p:spPr>
          <a:xfrm>
            <a:off x="344170" y="333375"/>
            <a:ext cx="2924175" cy="666750"/>
          </a:xfrm>
          <a:prstGeom prst="rect">
            <a:avLst/>
          </a:prstGeom>
        </p:spPr>
      </p:pic>
      <p:sp>
        <p:nvSpPr>
          <p:cNvPr id="8" name="项目结论与证据边界"/>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项目结论与证据边界</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17"/>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17</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graphicFrame>
        <p:nvGraphicFramePr>
          <p:cNvPr id="11" name="表格 10"/>
          <p:cNvGraphicFramePr/>
          <p:nvPr/>
        </p:nvGraphicFramePr>
        <p:xfrm>
          <a:off x="523875" y="2105025"/>
          <a:ext cx="11125200" cy="2762250"/>
        </p:xfrm>
        <a:graphic>
          <a:graphicData uri="http://schemas.openxmlformats.org/drawingml/2006/table">
            <a:tbl>
              <a:tblPr/>
              <a:tblGrid>
                <a:gridCol w="1619250"/>
                <a:gridCol w="4762500"/>
                <a:gridCol w="4743450"/>
              </a:tblGrid>
              <a:tr h="552450">
                <a:tc>
                  <a:txBody>
                    <a:bodyPr wrap="square">
                      <a:spAutoFit/>
                    </a:bodyPr>
                    <a:lstStyle/>
                    <a:p>
                      <a:pPr algn="l"/>
                      <a:r>
                        <a:rPr sz="1650" b="1">
                          <a:solidFill>
                            <a:srgbClr val="FFFFFF"/>
                          </a:solidFill>
                          <a:latin typeface="微软雅黑" panose="020B0503020204020204" charset="-122"/>
                          <a:ea typeface="微软雅黑" panose="020B0503020204020204" charset="-122"/>
                          <a:cs typeface="微软雅黑" panose="020B0503020204020204" charset="-122"/>
                        </a:rPr>
                        <a:t>层面</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现有证据支持</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结论边界</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r>
              <a:tr h="552450">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方法实现</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从连续像素到离散控制；统一环境与输入契约</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采用经典 DQN，没有提出新算法</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552450">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模型表现</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同种子均分与低分尾部均改善；28/30 胜出</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开发复测，不代表无偏最终成绩</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552450">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训练过程</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继续训练回退；两项恢复未超过起点</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尚未识别唯一原因，缺多训练种子</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552450">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算法选择</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DQN 适配任务，四项实验围绕同一框架</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缺 PPO / A2C 实测，不能跨算法排名</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bl>
          </a:graphicData>
        </a:graphic>
      </p:graphicFrame>
      <p:sp>
        <p:nvSpPr>
          <p:cNvPr id="12" name="后续验证顺序"/>
          <p:cNvSpPr>
            <a:spLocks noGrp="1"/>
          </p:cNvSpPr>
          <p:nvPr/>
        </p:nvSpPr>
        <p:spPr>
          <a:xfrm>
            <a:off x="523875" y="5181600"/>
            <a:ext cx="3143250" cy="34290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后续验证顺序</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3" name="1  冻结模型，补齐同种子 Random 与全新留出测试&#10;2  同一起点做单因素实验，增加"/>
          <p:cNvSpPr>
            <a:spLocks noGrp="1"/>
          </p:cNvSpPr>
          <p:nvPr/>
        </p:nvSpPr>
        <p:spPr>
          <a:xfrm>
            <a:off x="523875" y="5638800"/>
            <a:ext cx="11125200" cy="828675"/>
          </a:xfrm>
          <a:prstGeom prst="rect">
            <a:avLst/>
          </a:prstGeom>
          <a:noFill/>
          <a:ln w="0">
            <a:noFill/>
          </a:ln>
        </p:spPr>
        <p:txBody>
          <a:bodyPr wrap="square" lIns="0" tIns="0" rIns="0" bIns="0" anchor="t">
            <a:noAutofit/>
          </a:bodyPr>
          <a:lstStyle>
            <a:defPPr algn="l">
              <a:defRPr sz="180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80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80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80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80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80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80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80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80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80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800" b="0">
                <a:solidFill>
                  <a:srgbClr val="1B2938"/>
                </a:solidFill>
                <a:latin typeface="微软雅黑" panose="020B0503020204020204" charset="-122"/>
                <a:ea typeface="微软雅黑" panose="020B0503020204020204" charset="-122"/>
                <a:cs typeface="微软雅黑" panose="020B0503020204020204" charset="-122"/>
              </a:defRPr>
            </a:pPr>
            <a:r>
              <a:rPr sz="1800" b="0">
                <a:solidFill>
                  <a:srgbClr val="1B2938"/>
                </a:solidFill>
                <a:latin typeface="微软雅黑" panose="020B0503020204020204" charset="-122"/>
                <a:ea typeface="微软雅黑" panose="020B0503020204020204" charset="-122"/>
                <a:cs typeface="微软雅黑" panose="020B0503020204020204" charset="-122"/>
              </a:rPr>
              <a:t>1  冻结模型，补齐同种子 Random 与全新留出测试</a:t>
            </a:r>
            <a:endParaRPr sz="1800" b="0">
              <a:solidFill>
                <a:srgbClr val="1B2938"/>
              </a:solidFill>
              <a:latin typeface="微软雅黑" panose="020B0503020204020204" charset="-122"/>
              <a:ea typeface="微软雅黑" panose="020B0503020204020204" charset="-122"/>
              <a:cs typeface="微软雅黑" panose="020B0503020204020204" charset="-122"/>
            </a:endParaRPr>
          </a:p>
          <a:p>
            <a:pPr algn="l">
              <a:defRPr sz="1800" b="0">
                <a:solidFill>
                  <a:srgbClr val="1B2938"/>
                </a:solidFill>
                <a:latin typeface="微软雅黑" panose="020B0503020204020204" charset="-122"/>
                <a:ea typeface="微软雅黑" panose="020B0503020204020204" charset="-122"/>
                <a:cs typeface="微软雅黑" panose="020B0503020204020204" charset="-122"/>
              </a:defRPr>
            </a:pPr>
            <a:r>
              <a:rPr sz="1800" b="0">
                <a:solidFill>
                  <a:srgbClr val="1B2938"/>
                </a:solidFill>
                <a:latin typeface="微软雅黑" panose="020B0503020204020204" charset="-122"/>
                <a:ea typeface="微软雅黑" panose="020B0503020204020204" charset="-122"/>
                <a:cs typeface="微软雅黑" panose="020B0503020204020204" charset="-122"/>
              </a:rPr>
              <a:t>2  同一起点做单因素实验，增加独立训练种子</a:t>
            </a:r>
            <a:endParaRPr sz="1800" b="0">
              <a:solidFill>
                <a:srgbClr val="1B2938"/>
              </a:solidFill>
              <a:latin typeface="微软雅黑" panose="020B0503020204020204" charset="-122"/>
              <a:ea typeface="微软雅黑" panose="020B0503020204020204" charset="-122"/>
              <a:cs typeface="微软雅黑" panose="020B0503020204020204" charset="-122"/>
            </a:endParaRPr>
          </a:p>
          <a:p>
            <a:pPr algn="l">
              <a:defRPr sz="1800" b="0">
                <a:solidFill>
                  <a:srgbClr val="1B2938"/>
                </a:solidFill>
                <a:latin typeface="微软雅黑" panose="020B0503020204020204" charset="-122"/>
                <a:ea typeface="微软雅黑" panose="020B0503020204020204" charset="-122"/>
                <a:cs typeface="微软雅黑" panose="020B0503020204020204" charset="-122"/>
              </a:defRPr>
            </a:pPr>
            <a:r>
              <a:rPr sz="1800" b="0">
                <a:solidFill>
                  <a:srgbClr val="1B2938"/>
                </a:solidFill>
                <a:latin typeface="微软雅黑" panose="020B0503020204020204" charset="-122"/>
                <a:ea typeface="微软雅黑" panose="020B0503020204020204" charset="-122"/>
                <a:cs typeface="微软雅黑" panose="020B0503020204020204" charset="-122"/>
              </a:rPr>
              <a:t>3  等交互预算与明确调参预算下，补充 PPO / A2C 对照</a:t>
            </a:r>
            <a:endParaRPr sz="1800" b="0">
              <a:solidFill>
                <a:srgbClr val="1B2938"/>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矩形 7"/>
          <p:cNvSpPr>
            <a:spLocks noGrp="1"/>
          </p:cNvSpPr>
          <p:nvPr/>
        </p:nvSpPr>
        <p:spPr>
          <a:xfrm>
            <a:off x="-152399" y="0"/>
            <a:ext cx="12344400" cy="6857999"/>
          </a:xfrm>
          <a:prstGeom prst="rect">
            <a:avLst/>
          </a:prstGeom>
          <a:solidFill>
            <a:srgbClr val="E9EAEA"/>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pic>
        <p:nvPicPr>
          <p:cNvPr id="13" name="图片 12"/>
          <p:cNvPicPr>
            <a:picLocks noChangeAspect="1"/>
          </p:cNvPicPr>
          <p:nvPr/>
        </p:nvPicPr>
        <p:blipFill>
          <a:blip r:embed="rId1"/>
          <a:stretch>
            <a:fillRect/>
          </a:stretch>
        </p:blipFill>
        <p:spPr>
          <a:xfrm>
            <a:off x="-152400" y="238760"/>
            <a:ext cx="12382500" cy="6619240"/>
          </a:xfrm>
          <a:prstGeom prst="rect">
            <a:avLst/>
          </a:prstGeom>
        </p:spPr>
      </p:pic>
      <p:sp>
        <p:nvSpPr>
          <p:cNvPr id="5" name="文本框 4">
            <a:extLst>
              <a:ext uri="{FF2B5EF4-FFF2-40B4-BE49-F238E27FC236}">
                <a16:creationId xmlns:a16="http://schemas.microsoft.com/office/drawing/2014/main" id="{D2BE7F3F-9202-4AA9-A9CB-B2BCF2AC46B2}"/>
              </a:ext>
            </a:extLst>
          </p:cNvPr>
          <p:cNvSpPr>
            <a:spLocks noGrp="1"/>
          </p:cNvSpPr>
          <p:nvPr/>
        </p:nvSpPr>
        <p:spPr>
          <a:xfrm>
            <a:off x="666750" y="1952625"/>
            <a:ext cx="10858500" cy="822960"/>
          </a:xfrm>
          <a:prstGeom prst="rect">
            <a:avLst/>
          </a:prstGeom>
          <a:noFill/>
        </p:spPr>
        <p:txBody>
          <a:bodyPr wrap="square" lIns="0" tIns="0" rIns="0" bIns="0" anchor="t">
            <a:noAutofit/>
          </a:bodyPr>
          <a:lstStyle>
            <a:defPPr algn="ctr">
              <a:defRPr sz="5400" b="1">
                <a:solidFill>
                  <a:srgbClr val="244B61"/>
                </a:solidFill>
                <a:latin typeface="微软雅黑"/>
                <a:ea typeface="微软雅黑"/>
                <a:cs typeface="微软雅黑"/>
              </a:defRPr>
            </a:defPPr>
            <a:lvl1pPr algn="ctr">
              <a:buNone/>
              <a:defRPr sz="4275" b="1">
                <a:solidFill>
                  <a:srgbClr val="244B61"/>
                </a:solidFill>
                <a:latin typeface="微软雅黑"/>
                <a:ea typeface="微软雅黑"/>
                <a:cs typeface="微软雅黑"/>
              </a:defRPr>
            </a:lvl1pPr>
            <a:lvl2pPr algn="ctr">
              <a:buNone/>
              <a:defRPr sz="4275" b="1">
                <a:solidFill>
                  <a:srgbClr val="244B61"/>
                </a:solidFill>
                <a:latin typeface="微软雅黑"/>
                <a:ea typeface="微软雅黑"/>
                <a:cs typeface="微软雅黑"/>
              </a:defRPr>
            </a:lvl2pPr>
            <a:lvl3pPr algn="ctr">
              <a:buNone/>
              <a:defRPr sz="4275" b="1">
                <a:solidFill>
                  <a:srgbClr val="244B61"/>
                </a:solidFill>
                <a:latin typeface="微软雅黑"/>
                <a:ea typeface="微软雅黑"/>
                <a:cs typeface="微软雅黑"/>
              </a:defRPr>
            </a:lvl3pPr>
            <a:lvl4pPr algn="ctr">
              <a:buNone/>
              <a:defRPr sz="4275" b="1">
                <a:solidFill>
                  <a:srgbClr val="244B61"/>
                </a:solidFill>
                <a:latin typeface="微软雅黑"/>
                <a:ea typeface="微软雅黑"/>
                <a:cs typeface="微软雅黑"/>
              </a:defRPr>
            </a:lvl4pPr>
            <a:lvl5pPr algn="ctr">
              <a:buNone/>
              <a:defRPr sz="4275" b="1">
                <a:solidFill>
                  <a:srgbClr val="244B61"/>
                </a:solidFill>
                <a:latin typeface="微软雅黑"/>
                <a:ea typeface="微软雅黑"/>
                <a:cs typeface="微软雅黑"/>
              </a:defRPr>
            </a:lvl5pPr>
            <a:lvl6pPr algn="ctr">
              <a:buNone/>
              <a:defRPr sz="4275" b="1">
                <a:solidFill>
                  <a:srgbClr val="244B61"/>
                </a:solidFill>
                <a:latin typeface="微软雅黑"/>
                <a:ea typeface="微软雅黑"/>
                <a:cs typeface="微软雅黑"/>
              </a:defRPr>
            </a:lvl6pPr>
            <a:lvl7pPr algn="ctr">
              <a:buNone/>
              <a:defRPr sz="4275" b="1">
                <a:solidFill>
                  <a:srgbClr val="244B61"/>
                </a:solidFill>
                <a:latin typeface="微软雅黑"/>
                <a:ea typeface="微软雅黑"/>
                <a:cs typeface="微软雅黑"/>
              </a:defRPr>
            </a:lvl7pPr>
            <a:lvl8pPr algn="ctr">
              <a:buNone/>
              <a:defRPr sz="4275" b="1">
                <a:solidFill>
                  <a:srgbClr val="244B61"/>
                </a:solidFill>
                <a:latin typeface="微软雅黑"/>
                <a:ea typeface="微软雅黑"/>
                <a:cs typeface="微软雅黑"/>
              </a:defRPr>
            </a:lvl8pPr>
            <a:lvl9pPr algn="ctr">
              <a:buNone/>
              <a:defRPr sz="4275" b="1">
                <a:solidFill>
                  <a:srgbClr val="244B61"/>
                </a:solidFill>
                <a:latin typeface="微软雅黑"/>
                <a:ea typeface="微软雅黑"/>
                <a:cs typeface="微软雅黑"/>
              </a:defRPr>
            </a:lvl9pPr>
          </a:lstStyle>
          <a:p>
            <a:pPr algn="ctr">
              <a:buNone/>
              <a:defRPr sz="5400" b="1">
                <a:solidFill>
                  <a:srgbClr val="244B61"/>
                </a:solidFill>
                <a:latin typeface="微软雅黑"/>
                <a:ea typeface="微软雅黑"/>
                <a:cs typeface="微软雅黑"/>
              </a:defRPr>
            </a:pPr>
            <a:r>
              <a:rPr sz="5400" b="1">
                <a:solidFill>
                  <a:srgbClr val="244B61"/>
                </a:solidFill>
                <a:latin typeface="微软雅黑"/>
                <a:ea typeface="微软雅黑"/>
                <a:cs typeface="微软雅黑"/>
              </a:rPr>
              <a:t>感谢聆听</a:t>
            </a:r>
            <a:endParaRPr sz="7200" b="1">
              <a:solidFill>
                <a:srgbClr val="244B61"/>
              </a:solidFill>
              <a:latin typeface="微软雅黑"/>
              <a:ea typeface="微软雅黑"/>
              <a:cs typeface="微软雅黑"/>
            </a:endParaRPr>
          </a:p>
        </p:txBody>
      </p:sp>
      <p:pic>
        <p:nvPicPr>
          <p:cNvPr id="12" name="图片 11"/>
          <p:cNvPicPr>
            <a:picLocks noChangeAspect="1"/>
          </p:cNvPicPr>
          <p:nvPr/>
        </p:nvPicPr>
        <p:blipFill>
          <a:blip r:embed="rId2"/>
          <a:stretch>
            <a:fillRect/>
          </a:stretch>
        </p:blipFill>
        <p:spPr>
          <a:xfrm>
            <a:off x="9855200" y="382362"/>
            <a:ext cx="1964267" cy="618074"/>
          </a:xfrm>
          <a:prstGeom prst="rect">
            <a:avLst/>
          </a:prstGeom>
        </p:spPr>
      </p:pic>
      <p:pic>
        <p:nvPicPr>
          <p:cNvPr id="2" name="图片 1"/>
          <p:cNvPicPr>
            <a:picLocks noChangeAspect="1"/>
          </p:cNvPicPr>
          <p:nvPr/>
        </p:nvPicPr>
        <p:blipFill>
          <a:blip r:embed="rId3"/>
          <a:stretch>
            <a:fillRect/>
          </a:stretch>
        </p:blipFill>
        <p:spPr>
          <a:xfrm>
            <a:off x="344170" y="333375"/>
            <a:ext cx="2924175" cy="666750"/>
          </a:xfrm>
          <a:prstGeom prst="rect">
            <a:avLst/>
          </a:prstGeom>
        </p:spPr>
      </p:pic>
      <p:sp>
        <p:nvSpPr>
          <p:cNvPr id="14" name="文本框 13"/>
          <p:cNvSpPr>
            <a:spLocks noGrp="1"/>
          </p:cNvSpPr>
          <p:nvPr/>
        </p:nvSpPr>
        <p:spPr>
          <a:xfrm>
            <a:off x="952500" y="6019800"/>
            <a:ext cx="10287000" cy="285750"/>
          </a:xfrm>
          <a:prstGeom prst="rect">
            <a:avLst/>
          </a:prstGeom>
          <a:noFill/>
        </p:spPr>
        <p:txBody>
          <a:bodyPr wrap="square" lIns="0" tIns="0" rIns="0" bIns="0">
            <a:spAutoFit/>
          </a:bodyPr>
          <a:lstStyle>
            <a:defPPr algn="ctr">
              <a:defRPr sz="1875" b="1">
                <a:solidFill>
                  <a:srgbClr val="FFFFFF"/>
                </a:solidFill>
                <a:latin typeface="微软雅黑" panose="020B0503020204020204" charset="-122"/>
                <a:ea typeface="微软雅黑" panose="020B0503020204020204" charset="-122"/>
                <a:cs typeface="微软雅黑" panose="020B0503020204020204" charset="-122"/>
              </a:defRPr>
            </a:defPPr>
            <a:lvl1pPr algn="ctr">
              <a:defRPr sz="1875" b="1">
                <a:solidFill>
                  <a:srgbClr val="FFFFFF"/>
                </a:solidFill>
                <a:latin typeface="微软雅黑" panose="020B0503020204020204" charset="-122"/>
                <a:ea typeface="微软雅黑" panose="020B0503020204020204" charset="-122"/>
                <a:cs typeface="微软雅黑" panose="020B0503020204020204" charset="-122"/>
              </a:defRPr>
            </a:lvl1pPr>
            <a:lvl2pPr algn="ctr">
              <a:defRPr sz="1875" b="1">
                <a:solidFill>
                  <a:srgbClr val="FFFFFF"/>
                </a:solidFill>
                <a:latin typeface="微软雅黑" panose="020B0503020204020204" charset="-122"/>
                <a:ea typeface="微软雅黑" panose="020B0503020204020204" charset="-122"/>
                <a:cs typeface="微软雅黑" panose="020B0503020204020204" charset="-122"/>
              </a:defRPr>
            </a:lvl2pPr>
            <a:lvl3pPr algn="ctr">
              <a:defRPr sz="1875" b="1">
                <a:solidFill>
                  <a:srgbClr val="FFFFFF"/>
                </a:solidFill>
                <a:latin typeface="微软雅黑" panose="020B0503020204020204" charset="-122"/>
                <a:ea typeface="微软雅黑" panose="020B0503020204020204" charset="-122"/>
                <a:cs typeface="微软雅黑" panose="020B0503020204020204" charset="-122"/>
              </a:defRPr>
            </a:lvl3pPr>
            <a:lvl4pPr algn="ctr">
              <a:defRPr sz="1875" b="1">
                <a:solidFill>
                  <a:srgbClr val="FFFFFF"/>
                </a:solidFill>
                <a:latin typeface="微软雅黑" panose="020B0503020204020204" charset="-122"/>
                <a:ea typeface="微软雅黑" panose="020B0503020204020204" charset="-122"/>
                <a:cs typeface="微软雅黑" panose="020B0503020204020204" charset="-122"/>
              </a:defRPr>
            </a:lvl4pPr>
            <a:lvl5pPr algn="ctr">
              <a:defRPr sz="1875" b="1">
                <a:solidFill>
                  <a:srgbClr val="FFFFFF"/>
                </a:solidFill>
                <a:latin typeface="微软雅黑" panose="020B0503020204020204" charset="-122"/>
                <a:ea typeface="微软雅黑" panose="020B0503020204020204" charset="-122"/>
                <a:cs typeface="微软雅黑" panose="020B0503020204020204" charset="-122"/>
              </a:defRPr>
            </a:lvl5pPr>
            <a:lvl6pPr algn="ctr">
              <a:defRPr sz="1875" b="1">
                <a:solidFill>
                  <a:srgbClr val="FFFFFF"/>
                </a:solidFill>
                <a:latin typeface="微软雅黑" panose="020B0503020204020204" charset="-122"/>
                <a:ea typeface="微软雅黑" panose="020B0503020204020204" charset="-122"/>
                <a:cs typeface="微软雅黑" panose="020B0503020204020204" charset="-122"/>
              </a:defRPr>
            </a:lvl6pPr>
            <a:lvl7pPr algn="ctr">
              <a:defRPr sz="1875" b="1">
                <a:solidFill>
                  <a:srgbClr val="FFFFFF"/>
                </a:solidFill>
                <a:latin typeface="微软雅黑" panose="020B0503020204020204" charset="-122"/>
                <a:ea typeface="微软雅黑" panose="020B0503020204020204" charset="-122"/>
                <a:cs typeface="微软雅黑" panose="020B0503020204020204" charset="-122"/>
              </a:defRPr>
            </a:lvl7pPr>
            <a:lvl8pPr algn="ctr">
              <a:defRPr sz="1875" b="1">
                <a:solidFill>
                  <a:srgbClr val="FFFFFF"/>
                </a:solidFill>
                <a:latin typeface="微软雅黑" panose="020B0503020204020204" charset="-122"/>
                <a:ea typeface="微软雅黑" panose="020B0503020204020204" charset="-122"/>
                <a:cs typeface="微软雅黑" panose="020B0503020204020204" charset="-122"/>
              </a:defRPr>
            </a:lvl8pPr>
            <a:lvl9pPr algn="ctr">
              <a:defRPr sz="1875" b="1">
                <a:solidFill>
                  <a:srgbClr val="FFFFFF"/>
                </a:solidFill>
                <a:latin typeface="微软雅黑" panose="020B0503020204020204" charset="-122"/>
                <a:ea typeface="微软雅黑" panose="020B0503020204020204" charset="-122"/>
                <a:cs typeface="微软雅黑" panose="020B0503020204020204" charset="-122"/>
              </a:defRPr>
            </a:lvl9pPr>
          </a:lstStyle>
          <a:p>
            <a:pPr algn="ctr">
              <a:buNone/>
              <a:defRPr sz="1875" b="1">
                <a:solidFill>
                  <a:srgbClr val="FFFFFF"/>
                </a:solidFill>
                <a:latin typeface="微软雅黑" panose="020B0503020204020204" charset="-122"/>
                <a:ea typeface="微软雅黑" panose="020B0503020204020204" charset="-122"/>
                <a:cs typeface="微软雅黑" panose="020B0503020204020204" charset="-122"/>
              </a:defRPr>
            </a:pPr>
            <a:r>
              <a:rPr sz="1875" b="1">
                <a:solidFill>
                  <a:srgbClr val="FFFFFF"/>
                </a:solidFill>
                <a:latin typeface="微软雅黑" panose="020B0503020204020204" charset="-122"/>
                <a:ea typeface="微软雅黑" panose="020B0503020204020204" charset="-122"/>
                <a:cs typeface="微软雅黑" panose="020B0503020204020204" charset="-122"/>
              </a:rPr>
              <a:t>强化学习课程终期汇报    2026年10月</a:t>
            </a:r>
            <a:endParaRPr sz="2400" b="1">
              <a:solidFill>
                <a:schemeClr val="bg1"/>
              </a:solidFill>
              <a:latin typeface="微软雅黑" panose="020B0503020204020204" charset="-122"/>
              <a:ea typeface="微软雅黑" panose="020B0503020204020204" charset="-122"/>
              <a:cs typeface="微软雅黑" panose="020B0503020204020204" charset="-122"/>
            </a:endParaRPr>
          </a:p>
        </p:txBody>
      </p:sp>
      <p:sp>
        <p:nvSpPr>
          <p:cNvPr id="15" name="矩形 14"/>
          <p:cNvSpPr>
            <a:spLocks noGrp="1"/>
          </p:cNvSpPr>
          <p:nvPr/>
        </p:nvSpPr>
        <p:spPr>
          <a:xfrm>
            <a:off x="0" y="6688667"/>
            <a:ext cx="12192000" cy="169333"/>
          </a:xfrm>
          <a:prstGeom prst="rect">
            <a:avLst/>
          </a:prstGeom>
          <a:solidFill>
            <a:srgbClr val="065980"/>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buNone/>
            </a:pPr>
          </a:p>
        </p:txBody>
      </p:sp>
      <p:sp>
        <p:nvSpPr>
          <p:cNvPr id="16" name="设计方法、训练过程与实验结论">
            <a:extLst>
              <a:ext uri="{FF2B5EF4-FFF2-40B4-BE49-F238E27FC236}">
                <a16:creationId xmlns:a16="http://schemas.microsoft.com/office/drawing/2014/main" id="{F243A45B-F8B2-443C-AAA9-380C6C156E38}"/>
              </a:ext>
            </a:extLst>
          </p:cNvPr>
          <p:cNvSpPr>
            <a:spLocks noGrp="1"/>
          </p:cNvSpPr>
          <p:nvPr/>
        </p:nvSpPr>
        <p:spPr>
          <a:xfrm>
            <a:off x="1524000" y="2962275"/>
            <a:ext cx="9144000" cy="533400"/>
          </a:xfrm>
          <a:prstGeom prst="rect">
            <a:avLst/>
          </a:prstGeom>
          <a:noFill/>
          <a:ln w="0">
            <a:noFill/>
          </a:ln>
        </p:spPr>
        <p:txBody>
          <a:bodyPr wrap="square" lIns="0" tIns="0" rIns="0" bIns="0" anchor="t">
            <a:noAutofit/>
          </a:bodyPr>
          <a:lstStyle>
            <a:defPPr algn="ctr">
              <a:defRPr sz="2550" b="1">
                <a:solidFill>
                  <a:srgbClr val="244B61"/>
                </a:solidFill>
                <a:latin typeface="微软雅黑"/>
                <a:ea typeface="微软雅黑"/>
                <a:cs typeface="微软雅黑"/>
              </a:defRPr>
            </a:defPPr>
            <a:lvl1pPr algn="ctr">
              <a:buNone/>
              <a:defRPr sz="2550" b="1">
                <a:solidFill>
                  <a:srgbClr val="244B61"/>
                </a:solidFill>
                <a:latin typeface="微软雅黑"/>
                <a:ea typeface="微软雅黑"/>
                <a:cs typeface="微软雅黑"/>
              </a:defRPr>
            </a:lvl1pPr>
            <a:lvl2pPr algn="ctr">
              <a:buNone/>
              <a:defRPr sz="2550" b="1">
                <a:solidFill>
                  <a:srgbClr val="244B61"/>
                </a:solidFill>
                <a:latin typeface="微软雅黑"/>
                <a:ea typeface="微软雅黑"/>
                <a:cs typeface="微软雅黑"/>
              </a:defRPr>
            </a:lvl2pPr>
            <a:lvl3pPr algn="ctr">
              <a:buNone/>
              <a:defRPr sz="2550" b="1">
                <a:solidFill>
                  <a:srgbClr val="244B61"/>
                </a:solidFill>
                <a:latin typeface="微软雅黑"/>
                <a:ea typeface="微软雅黑"/>
                <a:cs typeface="微软雅黑"/>
              </a:defRPr>
            </a:lvl3pPr>
            <a:lvl4pPr algn="ctr">
              <a:buNone/>
              <a:defRPr sz="2550" b="1">
                <a:solidFill>
                  <a:srgbClr val="244B61"/>
                </a:solidFill>
                <a:latin typeface="微软雅黑"/>
                <a:ea typeface="微软雅黑"/>
                <a:cs typeface="微软雅黑"/>
              </a:defRPr>
            </a:lvl4pPr>
            <a:lvl5pPr algn="ctr">
              <a:buNone/>
              <a:defRPr sz="2550" b="1">
                <a:solidFill>
                  <a:srgbClr val="244B61"/>
                </a:solidFill>
                <a:latin typeface="微软雅黑"/>
                <a:ea typeface="微软雅黑"/>
                <a:cs typeface="微软雅黑"/>
              </a:defRPr>
            </a:lvl5pPr>
            <a:lvl6pPr algn="ctr">
              <a:buNone/>
              <a:defRPr sz="2550" b="1">
                <a:solidFill>
                  <a:srgbClr val="244B61"/>
                </a:solidFill>
                <a:latin typeface="微软雅黑"/>
                <a:ea typeface="微软雅黑"/>
                <a:cs typeface="微软雅黑"/>
              </a:defRPr>
            </a:lvl6pPr>
            <a:lvl7pPr algn="ctr">
              <a:buNone/>
              <a:defRPr sz="2550" b="1">
                <a:solidFill>
                  <a:srgbClr val="244B61"/>
                </a:solidFill>
                <a:latin typeface="微软雅黑"/>
                <a:ea typeface="微软雅黑"/>
                <a:cs typeface="微软雅黑"/>
              </a:defRPr>
            </a:lvl7pPr>
            <a:lvl8pPr algn="ctr">
              <a:buNone/>
              <a:defRPr sz="2550" b="1">
                <a:solidFill>
                  <a:srgbClr val="244B61"/>
                </a:solidFill>
                <a:latin typeface="微软雅黑"/>
                <a:ea typeface="微软雅黑"/>
                <a:cs typeface="微软雅黑"/>
              </a:defRPr>
            </a:lvl8pPr>
            <a:lvl9pPr algn="ctr">
              <a:buNone/>
              <a:defRPr sz="2550" b="1">
                <a:solidFill>
                  <a:srgbClr val="244B61"/>
                </a:solidFill>
                <a:latin typeface="微软雅黑"/>
                <a:ea typeface="微软雅黑"/>
                <a:cs typeface="微软雅黑"/>
              </a:defRPr>
            </a:lvl9pPr>
          </a:lstStyle>
          <a:p>
            <a:pPr algn="ctr">
              <a:buNone/>
              <a:defRPr sz="2550" b="1">
                <a:solidFill>
                  <a:srgbClr val="244B61"/>
                </a:solidFill>
                <a:latin typeface="微软雅黑"/>
                <a:ea typeface="微软雅黑"/>
                <a:cs typeface="微软雅黑"/>
              </a:defRPr>
            </a:pPr>
            <a:r>
              <a:rPr sz="2550" b="1">
                <a:solidFill>
                  <a:srgbClr val="244B61"/>
                </a:solidFill>
                <a:latin typeface="微软雅黑"/>
                <a:ea typeface="微软雅黑"/>
                <a:cs typeface="微软雅黑"/>
              </a:rPr>
              <a:t>欢迎老师和同学批评指正</a:t>
            </a:r>
            <a:endParaRPr sz="2550" b="1">
              <a:solidFill>
                <a:srgbClr val="244B61"/>
              </a:solidFill>
              <a:latin typeface="微软雅黑"/>
              <a:ea typeface="微软雅黑"/>
              <a:cs typeface="微软雅黑"/>
            </a:endParaRPr>
          </a:p>
        </p:txBody>
      </p:sp>
      <p:sp>
        <p:nvSpPr>
          <p:cNvPr id="17" name="赵恒升   硕2605班   M202674292     指导教师：何琨"/>
          <p:cNvSpPr>
            <a:spLocks noGrp="1"/>
          </p:cNvSpPr>
          <p:nvPr/>
        </p:nvSpPr>
        <p:spPr>
          <a:xfrm>
            <a:off x="1524000" y="4495800"/>
            <a:ext cx="9334500" cy="400050"/>
          </a:xfrm>
          <a:prstGeom prst="rect">
            <a:avLst/>
          </a:prstGeom>
          <a:noFill/>
          <a:ln w="0">
            <a:noFill/>
          </a:ln>
        </p:spPr>
        <p:txBody>
          <a:bodyPr wrap="square" lIns="0" tIns="0" rIns="0" bIns="0" anchor="t">
            <a:noAutofit/>
          </a:bodyPr>
          <a:lstStyle>
            <a:defPPr algn="ctr">
              <a:defRPr sz="1800" b="0">
                <a:solidFill>
                  <a:srgbClr val="244B61"/>
                </a:solidFill>
                <a:latin typeface="微软雅黑" panose="020B0503020204020204" charset="-122"/>
                <a:ea typeface="微软雅黑" panose="020B0503020204020204" charset="-122"/>
                <a:cs typeface="微软雅黑" panose="020B0503020204020204" charset="-122"/>
              </a:defRPr>
            </a:defPPr>
            <a:lvl1pPr algn="ctr">
              <a:defRPr sz="1800" b="0">
                <a:solidFill>
                  <a:srgbClr val="244B61"/>
                </a:solidFill>
                <a:latin typeface="微软雅黑" panose="020B0503020204020204" charset="-122"/>
                <a:ea typeface="微软雅黑" panose="020B0503020204020204" charset="-122"/>
                <a:cs typeface="微软雅黑" panose="020B0503020204020204" charset="-122"/>
              </a:defRPr>
            </a:lvl1pPr>
            <a:lvl2pPr algn="ctr">
              <a:defRPr sz="1800" b="0">
                <a:solidFill>
                  <a:srgbClr val="244B61"/>
                </a:solidFill>
                <a:latin typeface="微软雅黑" panose="020B0503020204020204" charset="-122"/>
                <a:ea typeface="微软雅黑" panose="020B0503020204020204" charset="-122"/>
                <a:cs typeface="微软雅黑" panose="020B0503020204020204" charset="-122"/>
              </a:defRPr>
            </a:lvl2pPr>
            <a:lvl3pPr algn="ctr">
              <a:defRPr sz="1800" b="0">
                <a:solidFill>
                  <a:srgbClr val="244B61"/>
                </a:solidFill>
                <a:latin typeface="微软雅黑" panose="020B0503020204020204" charset="-122"/>
                <a:ea typeface="微软雅黑" panose="020B0503020204020204" charset="-122"/>
                <a:cs typeface="微软雅黑" panose="020B0503020204020204" charset="-122"/>
              </a:defRPr>
            </a:lvl3pPr>
            <a:lvl4pPr algn="ctr">
              <a:defRPr sz="1800" b="0">
                <a:solidFill>
                  <a:srgbClr val="244B61"/>
                </a:solidFill>
                <a:latin typeface="微软雅黑" panose="020B0503020204020204" charset="-122"/>
                <a:ea typeface="微软雅黑" panose="020B0503020204020204" charset="-122"/>
                <a:cs typeface="微软雅黑" panose="020B0503020204020204" charset="-122"/>
              </a:defRPr>
            </a:lvl4pPr>
            <a:lvl5pPr algn="ctr">
              <a:defRPr sz="1800" b="0">
                <a:solidFill>
                  <a:srgbClr val="244B61"/>
                </a:solidFill>
                <a:latin typeface="微软雅黑" panose="020B0503020204020204" charset="-122"/>
                <a:ea typeface="微软雅黑" panose="020B0503020204020204" charset="-122"/>
                <a:cs typeface="微软雅黑" panose="020B0503020204020204" charset="-122"/>
              </a:defRPr>
            </a:lvl5pPr>
            <a:lvl6pPr algn="ctr">
              <a:defRPr sz="1800" b="0">
                <a:solidFill>
                  <a:srgbClr val="244B61"/>
                </a:solidFill>
                <a:latin typeface="微软雅黑" panose="020B0503020204020204" charset="-122"/>
                <a:ea typeface="微软雅黑" panose="020B0503020204020204" charset="-122"/>
                <a:cs typeface="微软雅黑" panose="020B0503020204020204" charset="-122"/>
              </a:defRPr>
            </a:lvl6pPr>
            <a:lvl7pPr algn="ctr">
              <a:defRPr sz="1800" b="0">
                <a:solidFill>
                  <a:srgbClr val="244B61"/>
                </a:solidFill>
                <a:latin typeface="微软雅黑" panose="020B0503020204020204" charset="-122"/>
                <a:ea typeface="微软雅黑" panose="020B0503020204020204" charset="-122"/>
                <a:cs typeface="微软雅黑" panose="020B0503020204020204" charset="-122"/>
              </a:defRPr>
            </a:lvl7pPr>
            <a:lvl8pPr algn="ctr">
              <a:defRPr sz="1800" b="0">
                <a:solidFill>
                  <a:srgbClr val="244B61"/>
                </a:solidFill>
                <a:latin typeface="微软雅黑" panose="020B0503020204020204" charset="-122"/>
                <a:ea typeface="微软雅黑" panose="020B0503020204020204" charset="-122"/>
                <a:cs typeface="微软雅黑" panose="020B0503020204020204" charset="-122"/>
              </a:defRPr>
            </a:lvl8pPr>
            <a:lvl9pPr algn="ctr">
              <a:defRPr sz="1800" b="0">
                <a:solidFill>
                  <a:srgbClr val="244B61"/>
                </a:solidFill>
                <a:latin typeface="微软雅黑" panose="020B0503020204020204" charset="-122"/>
                <a:ea typeface="微软雅黑" panose="020B0503020204020204" charset="-122"/>
                <a:cs typeface="微软雅黑" panose="020B0503020204020204" charset="-122"/>
              </a:defRPr>
            </a:lvl9pPr>
          </a:lstStyle>
          <a:p>
            <a:pPr algn="ctr">
              <a:defRPr sz="1800" b="0">
                <a:solidFill>
                  <a:srgbClr val="244B61"/>
                </a:solidFill>
                <a:latin typeface="微软雅黑" panose="020B0503020204020204" charset="-122"/>
                <a:ea typeface="微软雅黑" panose="020B0503020204020204" charset="-122"/>
                <a:cs typeface="微软雅黑" panose="020B0503020204020204" charset="-122"/>
              </a:defRPr>
            </a:pPr>
            <a:r>
              <a:rPr sz="1800" b="1">
                <a:solidFill>
                  <a:schemeClr val="bg1"/>
                </a:solidFill>
                <a:latin typeface="微软雅黑" panose="020B0503020204020204" charset="-122"/>
                <a:ea typeface="微软雅黑" panose="020B0503020204020204" charset="-122"/>
                <a:cs typeface="微软雅黑" panose="020B0503020204020204" charset="-122"/>
              </a:rPr>
              <a:t>赵恒升   硕2605班  </a:t>
            </a:r>
            <a:endParaRPr sz="1800" b="1">
              <a:solidFill>
                <a:schemeClr val="bg1"/>
              </a:solidFill>
              <a:latin typeface="微软雅黑" panose="020B0503020204020204" charset="-122"/>
              <a:ea typeface="微软雅黑" panose="020B0503020204020204" charset="-122"/>
              <a:cs typeface="微软雅黑" panose="020B0503020204020204" charset="-122"/>
            </a:endParaRPr>
          </a:p>
          <a:p>
            <a:pPr algn="ctr">
              <a:defRPr sz="1800" b="0">
                <a:solidFill>
                  <a:srgbClr val="244B61"/>
                </a:solidFill>
                <a:latin typeface="微软雅黑" panose="020B0503020204020204" charset="-122"/>
                <a:ea typeface="微软雅黑" panose="020B0503020204020204" charset="-122"/>
                <a:cs typeface="微软雅黑" panose="020B0503020204020204" charset="-122"/>
              </a:defRPr>
            </a:pPr>
            <a:r>
              <a:rPr lang="zh-CN" sz="1800" b="1">
                <a:solidFill>
                  <a:schemeClr val="bg1"/>
                </a:solidFill>
                <a:latin typeface="微软雅黑" panose="020B0503020204020204" charset="-122"/>
                <a:ea typeface="微软雅黑" panose="020B0503020204020204" charset="-122"/>
                <a:cs typeface="微软雅黑" panose="020B0503020204020204" charset="-122"/>
              </a:rPr>
              <a:t>刘柯佟</a:t>
            </a:r>
            <a:r>
              <a:rPr lang="en-US" altLang="zh-CN" sz="1800" b="1">
                <a:solidFill>
                  <a:schemeClr val="bg1"/>
                </a:solidFill>
                <a:latin typeface="微软雅黑" panose="020B0503020204020204" charset="-122"/>
                <a:ea typeface="微软雅黑" panose="020B0503020204020204" charset="-122"/>
                <a:cs typeface="微软雅黑" panose="020B0503020204020204" charset="-122"/>
              </a:rPr>
              <a:t>   </a:t>
            </a:r>
            <a:r>
              <a:rPr lang="zh-CN" altLang="en-US" sz="1800" b="1">
                <a:solidFill>
                  <a:schemeClr val="bg1"/>
                </a:solidFill>
                <a:latin typeface="微软雅黑" panose="020B0503020204020204" charset="-122"/>
                <a:ea typeface="微软雅黑" panose="020B0503020204020204" charset="-122"/>
                <a:cs typeface="微软雅黑" panose="020B0503020204020204" charset="-122"/>
              </a:rPr>
              <a:t>硕</a:t>
            </a:r>
            <a:r>
              <a:rPr lang="en-US" altLang="zh-CN" sz="1800" b="1">
                <a:solidFill>
                  <a:schemeClr val="bg1"/>
                </a:solidFill>
                <a:latin typeface="微软雅黑" panose="020B0503020204020204" charset="-122"/>
                <a:ea typeface="微软雅黑" panose="020B0503020204020204" charset="-122"/>
                <a:cs typeface="微软雅黑" panose="020B0503020204020204" charset="-122"/>
              </a:rPr>
              <a:t>2605</a:t>
            </a:r>
            <a:r>
              <a:rPr lang="zh-CN" altLang="en-US" sz="1800" b="1">
                <a:solidFill>
                  <a:schemeClr val="bg1"/>
                </a:solidFill>
                <a:latin typeface="微软雅黑" panose="020B0503020204020204" charset="-122"/>
                <a:ea typeface="微软雅黑" panose="020B0503020204020204" charset="-122"/>
                <a:cs typeface="微软雅黑" panose="020B0503020204020204" charset="-122"/>
              </a:rPr>
              <a:t>班</a:t>
            </a:r>
            <a:endParaRPr lang="zh-CN" altLang="en-US" sz="1800" b="1">
              <a:solidFill>
                <a:schemeClr val="bg1"/>
              </a:solidFill>
              <a:latin typeface="微软雅黑" panose="020B0503020204020204" charset="-122"/>
              <a:ea typeface="微软雅黑" panose="020B0503020204020204" charset="-122"/>
              <a:cs typeface="微软雅黑" panose="020B0503020204020204" charset="-122"/>
            </a:endParaRPr>
          </a:p>
          <a:p>
            <a:pPr algn="ctr">
              <a:defRPr sz="1800" b="0">
                <a:solidFill>
                  <a:srgbClr val="244B61"/>
                </a:solidFill>
                <a:latin typeface="微软雅黑" panose="020B0503020204020204" charset="-122"/>
                <a:ea typeface="微软雅黑" panose="020B0503020204020204" charset="-122"/>
                <a:cs typeface="微软雅黑" panose="020B0503020204020204" charset="-122"/>
              </a:defRPr>
            </a:pPr>
            <a:r>
              <a:rPr lang="zh-CN" altLang="en-US" sz="1800" b="1">
                <a:solidFill>
                  <a:schemeClr val="bg1"/>
                </a:solidFill>
                <a:latin typeface="微软雅黑" panose="020B0503020204020204" charset="-122"/>
                <a:ea typeface="微软雅黑" panose="020B0503020204020204" charset="-122"/>
                <a:cs typeface="微软雅黑" panose="020B0503020204020204" charset="-122"/>
              </a:rPr>
              <a:t>刘俊铖</a:t>
            </a:r>
            <a:r>
              <a:rPr lang="en-US" altLang="zh-CN" sz="1800" b="1">
                <a:solidFill>
                  <a:schemeClr val="bg1"/>
                </a:solidFill>
                <a:latin typeface="微软雅黑" panose="020B0503020204020204" charset="-122"/>
                <a:ea typeface="微软雅黑" panose="020B0503020204020204" charset="-122"/>
                <a:cs typeface="微软雅黑" panose="020B0503020204020204" charset="-122"/>
              </a:rPr>
              <a:t>   </a:t>
            </a:r>
            <a:r>
              <a:rPr lang="zh-CN" altLang="en-US" sz="1800" b="1">
                <a:solidFill>
                  <a:schemeClr val="bg1"/>
                </a:solidFill>
                <a:latin typeface="微软雅黑" panose="020B0503020204020204" charset="-122"/>
                <a:ea typeface="微软雅黑" panose="020B0503020204020204" charset="-122"/>
                <a:cs typeface="微软雅黑" panose="020B0503020204020204" charset="-122"/>
              </a:rPr>
              <a:t>硕</a:t>
            </a:r>
            <a:r>
              <a:rPr lang="en-US" altLang="zh-CN" sz="1800" b="1">
                <a:solidFill>
                  <a:schemeClr val="bg1"/>
                </a:solidFill>
                <a:latin typeface="微软雅黑" panose="020B0503020204020204" charset="-122"/>
                <a:ea typeface="微软雅黑" panose="020B0503020204020204" charset="-122"/>
                <a:cs typeface="微软雅黑" panose="020B0503020204020204" charset="-122"/>
              </a:rPr>
              <a:t>2605</a:t>
            </a:r>
            <a:r>
              <a:rPr lang="zh-CN" altLang="en-US" sz="1800" b="1">
                <a:solidFill>
                  <a:schemeClr val="bg1"/>
                </a:solidFill>
                <a:latin typeface="微软雅黑" panose="020B0503020204020204" charset="-122"/>
                <a:ea typeface="微软雅黑" panose="020B0503020204020204" charset="-122"/>
                <a:cs typeface="微软雅黑" panose="020B0503020204020204" charset="-122"/>
              </a:rPr>
              <a:t>班</a:t>
            </a:r>
            <a:endParaRPr lang="zh-CN" altLang="en-US" sz="1800" b="1">
              <a:solidFill>
                <a:schemeClr val="bg1"/>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pic>
        <p:nvPicPr>
          <p:cNvPr id="3" name="图片 2"/>
          <p:cNvPicPr>
            <a:picLocks noChangeAspect="1"/>
          </p:cNvPicPr>
          <p:nvPr/>
        </p:nvPicPr>
        <p:blipFill rotWithShape="1">
          <a:blip r:embed="rId1">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2"/>
          <a:stretch>
            <a:fillRect/>
          </a:stretch>
        </p:blipFill>
        <p:spPr>
          <a:xfrm>
            <a:off x="344170" y="333375"/>
            <a:ext cx="2924175" cy="666750"/>
          </a:xfrm>
          <a:prstGeom prst="rect">
            <a:avLst/>
          </a:prstGeom>
        </p:spPr>
      </p:pic>
      <p:sp>
        <p:nvSpPr>
          <p:cNvPr id="8" name="备用：一步目标、三步目标与终止处理"/>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备用：一步目标、三步目标与终止处理</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19"/>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19</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1" name="一步 DQN"/>
          <p:cNvSpPr>
            <a:spLocks noGrp="1"/>
          </p:cNvSpPr>
          <p:nvPr/>
        </p:nvSpPr>
        <p:spPr>
          <a:xfrm>
            <a:off x="523875" y="2105025"/>
            <a:ext cx="11125200"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一步 DQN</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2" name="y = r + γ(1 − d) max Qθ⁻(s′, a′)"/>
          <p:cNvSpPr>
            <a:spLocks noGrp="1"/>
          </p:cNvSpPr>
          <p:nvPr/>
        </p:nvSpPr>
        <p:spPr>
          <a:xfrm>
            <a:off x="523875" y="2514600"/>
            <a:ext cx="11125200" cy="1219200"/>
          </a:xfrm>
          <a:prstGeom prst="rect">
            <a:avLst/>
          </a:prstGeom>
          <a:noFill/>
          <a:ln w="0">
            <a:noFill/>
          </a:ln>
        </p:spPr>
        <p:txBody>
          <a:bodyPr wrap="square" lIns="0" tIns="0" rIns="0" bIns="0" anchor="t">
            <a:noAutofit/>
          </a:bodyPr>
          <a:lstStyle>
            <a:defPPr algn="l">
              <a:defRPr sz="2400" b="0">
                <a:solidFill>
                  <a:srgbClr val="1B2938"/>
                </a:solidFill>
                <a:latin typeface="微软雅黑" panose="020B0503020204020204" charset="-122"/>
                <a:ea typeface="微软雅黑" panose="020B0503020204020204" charset="-122"/>
                <a:cs typeface="微软雅黑" panose="020B0503020204020204" charset="-122"/>
              </a:defRPr>
            </a:defPPr>
            <a:lvl1pPr algn="l">
              <a:defRPr sz="240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240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240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240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240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240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240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240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240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2400" b="0">
                <a:solidFill>
                  <a:srgbClr val="1B2938"/>
                </a:solidFill>
                <a:latin typeface="微软雅黑" panose="020B0503020204020204" charset="-122"/>
                <a:ea typeface="微软雅黑" panose="020B0503020204020204" charset="-122"/>
                <a:cs typeface="微软雅黑" panose="020B0503020204020204" charset="-122"/>
              </a:defRPr>
            </a:pPr>
            <a:r>
              <a:rPr sz="2400" b="0">
                <a:solidFill>
                  <a:srgbClr val="1B2938"/>
                </a:solidFill>
                <a:latin typeface="微软雅黑" panose="020B0503020204020204" charset="-122"/>
                <a:ea typeface="微软雅黑" panose="020B0503020204020204" charset="-122"/>
                <a:cs typeface="微软雅黑" panose="020B0503020204020204" charset="-122"/>
              </a:rPr>
              <a:t>y = r + γ(1 − d) max Q</a:t>
            </a:r>
            <a:r>
              <a:rPr sz="1775" b="0" baseline="-25000">
                <a:solidFill>
                  <a:srgbClr val="1B2938"/>
                </a:solidFill>
                <a:latin typeface="微软雅黑" panose="020B0503020204020204" charset="-122"/>
                <a:ea typeface="微软雅黑" panose="020B0503020204020204" charset="-122"/>
                <a:cs typeface="微软雅黑" panose="020B0503020204020204" charset="-122"/>
              </a:rPr>
              <a:t>θ⁻</a:t>
            </a:r>
            <a:r>
              <a:rPr sz="2400" b="0">
                <a:solidFill>
                  <a:srgbClr val="1B2938"/>
                </a:solidFill>
                <a:latin typeface="微软雅黑" panose="020B0503020204020204" charset="-122"/>
                <a:ea typeface="微软雅黑" panose="020B0503020204020204" charset="-122"/>
                <a:cs typeface="微软雅黑" panose="020B0503020204020204" charset="-122"/>
              </a:rPr>
              <a:t>(s′, a′)</a:t>
            </a:r>
            <a:endParaRPr sz="240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3" name="三步回报（中间未终止）"/>
          <p:cNvSpPr>
            <a:spLocks noGrp="1"/>
          </p:cNvSpPr>
          <p:nvPr/>
        </p:nvSpPr>
        <p:spPr>
          <a:xfrm>
            <a:off x="523875" y="3505200"/>
            <a:ext cx="11125200"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三步回报（中间未终止）</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4" name="y⁽³⁾ = rₜ + γrₜ₊₁ + γ²rₜ₊₂ + γ³ max Qθ⁻(sₜ₊₃,"/>
          <p:cNvSpPr>
            <a:spLocks noGrp="1"/>
          </p:cNvSpPr>
          <p:nvPr/>
        </p:nvSpPr>
        <p:spPr>
          <a:xfrm>
            <a:off x="523875" y="3914775"/>
            <a:ext cx="11125200" cy="1219200"/>
          </a:xfrm>
          <a:prstGeom prst="rect">
            <a:avLst/>
          </a:prstGeom>
          <a:noFill/>
          <a:ln w="0">
            <a:noFill/>
          </a:ln>
        </p:spPr>
        <p:txBody>
          <a:bodyPr wrap="square" lIns="0" tIns="0" rIns="0" bIns="0" anchor="t">
            <a:noAutofit/>
          </a:bodyPr>
          <a:lstStyle>
            <a:defPPr algn="l">
              <a:defRPr sz="2250" b="0">
                <a:solidFill>
                  <a:srgbClr val="1B2938"/>
                </a:solidFill>
                <a:latin typeface="微软雅黑" panose="020B0503020204020204" charset="-122"/>
                <a:ea typeface="微软雅黑" panose="020B0503020204020204" charset="-122"/>
                <a:cs typeface="微软雅黑" panose="020B0503020204020204" charset="-122"/>
              </a:defRPr>
            </a:defPPr>
            <a:lvl1pPr algn="l">
              <a:defRPr sz="225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225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225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225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225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225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225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225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225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2250" b="0">
                <a:solidFill>
                  <a:srgbClr val="1B2938"/>
                </a:solidFill>
                <a:latin typeface="微软雅黑" panose="020B0503020204020204" charset="-122"/>
                <a:ea typeface="微软雅黑" panose="020B0503020204020204" charset="-122"/>
                <a:cs typeface="微软雅黑" panose="020B0503020204020204" charset="-122"/>
              </a:defRPr>
            </a:pPr>
            <a:r>
              <a:rPr sz="2250" b="0">
                <a:solidFill>
                  <a:srgbClr val="1B2938"/>
                </a:solidFill>
                <a:latin typeface="微软雅黑" panose="020B0503020204020204" charset="-122"/>
                <a:ea typeface="微软雅黑" panose="020B0503020204020204" charset="-122"/>
                <a:cs typeface="微软雅黑" panose="020B0503020204020204" charset="-122"/>
              </a:rPr>
              <a:t>y⁽³⁾ = rₜ + γrₜ₊₁ + γ²rₜ₊₂ + γ³ max Q</a:t>
            </a:r>
            <a:r>
              <a:rPr sz="1665" b="0" baseline="-25000">
                <a:solidFill>
                  <a:srgbClr val="1B2938"/>
                </a:solidFill>
                <a:latin typeface="微软雅黑" panose="020B0503020204020204" charset="-122"/>
                <a:ea typeface="微软雅黑" panose="020B0503020204020204" charset="-122"/>
                <a:cs typeface="微软雅黑" panose="020B0503020204020204" charset="-122"/>
              </a:rPr>
              <a:t>θ⁻</a:t>
            </a:r>
            <a:r>
              <a:rPr sz="2250" b="0">
                <a:solidFill>
                  <a:srgbClr val="1B2938"/>
                </a:solidFill>
                <a:latin typeface="微软雅黑" panose="020B0503020204020204" charset="-122"/>
                <a:ea typeface="微软雅黑" panose="020B0503020204020204" charset="-122"/>
                <a:cs typeface="微软雅黑" panose="020B0503020204020204" charset="-122"/>
              </a:rPr>
              <a:t>(sₜ₊₃, a′)</a:t>
            </a:r>
            <a:endParaRPr sz="2250" b="0">
              <a:solidFill>
                <a:srgbClr val="1B2938"/>
              </a:solidFill>
              <a:latin typeface="微软雅黑" panose="020B0503020204020204" charset="-122"/>
              <a:ea typeface="微软雅黑" panose="020B0503020204020204" charset="-122"/>
              <a:cs typeface="微软雅黑" panose="020B0503020204020204" charset="-122"/>
            </a:endParaRPr>
          </a:p>
        </p:txBody>
      </p:sp>
      <p:graphicFrame>
        <p:nvGraphicFramePr>
          <p:cNvPr id="15" name="表格 14"/>
          <p:cNvGraphicFramePr/>
          <p:nvPr/>
        </p:nvGraphicFramePr>
        <p:xfrm>
          <a:off x="523875" y="4857750"/>
          <a:ext cx="11125200" cy="1390652"/>
        </p:xfrm>
        <a:graphic>
          <a:graphicData uri="http://schemas.openxmlformats.org/drawingml/2006/table">
            <a:tbl>
              <a:tblPr/>
              <a:tblGrid>
                <a:gridCol w="3429000"/>
                <a:gridCol w="7696200"/>
              </a:tblGrid>
              <a:tr h="347663">
                <a:tc>
                  <a:txBody>
                    <a:bodyPr wrap="square">
                      <a:spAutoFit/>
                    </a:bodyPr>
                    <a:lstStyle/>
                    <a:p>
                      <a:pPr algn="l"/>
                      <a:r>
                        <a:rPr sz="1650" b="1">
                          <a:solidFill>
                            <a:srgbClr val="FFFFFF"/>
                          </a:solidFill>
                          <a:latin typeface="微软雅黑" panose="020B0503020204020204" charset="-122"/>
                          <a:ea typeface="微软雅黑" panose="020B0503020204020204" charset="-122"/>
                          <a:cs typeface="微软雅黑" panose="020B0503020204020204" charset="-122"/>
                        </a:rPr>
                        <a:t>情况</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650" b="1">
                          <a:solidFill>
                            <a:srgbClr val="FFFFFF"/>
                          </a:solidFill>
                          <a:latin typeface="微软雅黑" panose="020B0503020204020204" charset="-122"/>
                          <a:ea typeface="微软雅黑" panose="020B0503020204020204" charset="-122"/>
                          <a:cs typeface="微软雅黑" panose="020B0503020204020204" charset="-122"/>
                        </a:rPr>
                        <a:t>处理</a:t>
                      </a:r>
                      <a:endParaRPr sz="1650"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r>
              <a:tr h="3476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生命耗尽或通关</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真正终止，不再自举</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3476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只失去一条生命</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继续同一完整回合，自动准备下一球</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347663">
                <a:tc>
                  <a:txBody>
                    <a:bodyPr wrap="square">
                      <a:spAutoFit/>
                    </a:bodyPr>
                    <a:lstStyle/>
                    <a:p>
                      <a:pPr algn="l"/>
                      <a:r>
                        <a:rPr sz="1650" b="0">
                          <a:solidFill>
                            <a:srgbClr val="1B2938"/>
                          </a:solidFill>
                          <a:latin typeface="微软雅黑" panose="020B0503020204020204" charset="-122"/>
                          <a:ea typeface="微软雅黑" panose="020B0503020204020204" charset="-122"/>
                          <a:cs typeface="微软雅黑" panose="020B0503020204020204" charset="-122"/>
                        </a:rPr>
                        <a:t>达到 108000 物理帧上限</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650" b="0">
                          <a:solidFill>
                            <a:srgbClr val="1B2938"/>
                          </a:solidFill>
                          <a:latin typeface="微软雅黑" panose="020B0503020204020204" charset="-122"/>
                          <a:ea typeface="微软雅黑" panose="020B0503020204020204" charset="-122"/>
                          <a:cs typeface="微软雅黑" panose="020B0503020204020204" charset="-122"/>
                        </a:rPr>
                        <a:t>截断而非自然终止，保留最终观测</a:t>
                      </a:r>
                      <a:endParaRPr sz="1650"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bl>
          </a:graphicData>
        </a:graphic>
      </p:graphicFrame>
      <p:sp>
        <p:nvSpPr>
          <p:cNvPr id="16" name="Huber：|δ|≤1 时 0.5δ²，否则 |δ|−0.5；Adam 优化。当前普通 D"/>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Huber：|δ|≤1 时 0.5δ²，否则 |δ|−0.5；Adam 优化。当前普通 DQN 未采用 Double DQN 动作选择/评价分离。</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transition/>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pic>
        <p:nvPicPr>
          <p:cNvPr id="3" name="图片 2"/>
          <p:cNvPicPr>
            <a:picLocks noChangeAspect="1"/>
          </p:cNvPicPr>
          <p:nvPr/>
        </p:nvPicPr>
        <p:blipFill rotWithShape="1">
          <a:blip r:embed="rId1">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2"/>
          <a:stretch>
            <a:fillRect/>
          </a:stretch>
        </p:blipFill>
        <p:spPr>
          <a:xfrm>
            <a:off x="344170" y="333375"/>
            <a:ext cx="2924175" cy="666750"/>
          </a:xfrm>
          <a:prstGeom prst="rect">
            <a:avLst/>
          </a:prstGeom>
        </p:spPr>
      </p:pic>
      <p:sp>
        <p:nvSpPr>
          <p:cNvPr id="8" name="备用：评估协议与复现实验索引"/>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备用：评估协议与复现实验索引</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20"/>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20</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graphicFrame>
        <p:nvGraphicFramePr>
          <p:cNvPr id="11" name="表格 10"/>
          <p:cNvGraphicFramePr/>
          <p:nvPr/>
        </p:nvGraphicFramePr>
        <p:xfrm>
          <a:off x="523875" y="2085975"/>
          <a:ext cx="11125200" cy="3495675"/>
        </p:xfrm>
        <a:graphic>
          <a:graphicData uri="http://schemas.openxmlformats.org/drawingml/2006/table">
            <a:tbl>
              <a:tblPr/>
              <a:tblGrid>
                <a:gridCol w="5429250"/>
                <a:gridCol w="3143250"/>
                <a:gridCol w="2552700"/>
              </a:tblGrid>
              <a:tr h="499382">
                <a:tc>
                  <a:txBody>
                    <a:bodyPr wrap="square">
                      <a:spAutoFit/>
                    </a:bodyPr>
                    <a:lstStyle/>
                    <a:p>
                      <a:pPr algn="l"/>
                      <a:r>
                        <a:rPr sz="1425" b="1">
                          <a:solidFill>
                            <a:srgbClr val="FFFFFF"/>
                          </a:solidFill>
                          <a:latin typeface="微软雅黑" panose="020B0503020204020204" charset="-122"/>
                          <a:ea typeface="微软雅黑" panose="020B0503020204020204" charset="-122"/>
                          <a:cs typeface="微软雅黑" panose="020B0503020204020204" charset="-122"/>
                        </a:rPr>
                        <a:t>数据目录 / 阶段</a:t>
                      </a:r>
                      <a:endParaRPr sz="1425"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425" b="1">
                          <a:solidFill>
                            <a:srgbClr val="FFFFFF"/>
                          </a:solidFill>
                          <a:latin typeface="微软雅黑" panose="020B0503020204020204" charset="-122"/>
                          <a:ea typeface="微软雅黑" panose="020B0503020204020204" charset="-122"/>
                          <a:cs typeface="微软雅黑" panose="020B0503020204020204" charset="-122"/>
                        </a:rPr>
                        <a:t>局数与种子</a:t>
                      </a:r>
                      <a:endParaRPr sz="1425"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c>
                  <a:txBody>
                    <a:bodyPr wrap="square">
                      <a:spAutoFit/>
                    </a:bodyPr>
                    <a:lstStyle/>
                    <a:p>
                      <a:pPr algn="ctr"/>
                      <a:r>
                        <a:rPr sz="1425" b="1">
                          <a:solidFill>
                            <a:srgbClr val="FFFFFF"/>
                          </a:solidFill>
                          <a:latin typeface="微软雅黑" panose="020B0503020204020204" charset="-122"/>
                          <a:ea typeface="微软雅黑" panose="020B0503020204020204" charset="-122"/>
                          <a:cs typeface="微软雅黑" panose="020B0503020204020204" charset="-122"/>
                        </a:rPr>
                        <a:t>核心数值</a:t>
                      </a:r>
                      <a:endParaRPr sz="1425" b="1">
                        <a:solidFill>
                          <a:srgbClr val="FFFFFF"/>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T w="6668">
                      <a:solidFill>
                        <a:srgbClr val="C9D6DF"/>
                      </a:solidFill>
                      <a:prstDash val="solid"/>
                    </a:lnT>
                    <a:lnB w="6668">
                      <a:solidFill>
                        <a:srgbClr val="C9D6DF"/>
                      </a:solidFill>
                      <a:prstDash val="solid"/>
                    </a:lnB>
                    <a:solidFill>
                      <a:srgbClr val="065980"/>
                    </a:solidFill>
                  </a:tcPr>
                </a:tc>
              </a:tr>
              <a:tr h="499382">
                <a:tc>
                  <a:txBody>
                    <a:bodyPr wrap="square">
                      <a:spAutoFit/>
                    </a:bodyPr>
                    <a:lstStyle/>
                    <a:p>
                      <a:pPr algn="l"/>
                      <a:r>
                        <a:rPr sz="1425" b="0">
                          <a:solidFill>
                            <a:srgbClr val="1B2938"/>
                          </a:solidFill>
                          <a:latin typeface="微软雅黑" panose="020B0503020204020204" charset="-122"/>
                          <a:ea typeface="微软雅黑" panose="020B0503020204020204" charset="-122"/>
                          <a:cs typeface="微软雅黑" panose="020B0503020204020204" charset="-122"/>
                        </a:rPr>
                        <a:t>训练回调：refine_200k</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425" b="0">
                          <a:solidFill>
                            <a:srgbClr val="1B2938"/>
                          </a:solidFill>
                          <a:latin typeface="微软雅黑" panose="020B0503020204020204" charset="-122"/>
                          <a:ea typeface="微软雅黑" panose="020B0503020204020204" charset="-122"/>
                          <a:cs typeface="微软雅黑" panose="020B0503020204020204" charset="-122"/>
                        </a:rPr>
                        <a:t>每次 50 局；31000 初始化连续游戏</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425" b="0">
                          <a:solidFill>
                            <a:srgbClr val="1B2938"/>
                          </a:solidFill>
                          <a:latin typeface="微软雅黑" panose="020B0503020204020204" charset="-122"/>
                          <a:ea typeface="微软雅黑" panose="020B0503020204020204" charset="-122"/>
                          <a:cs typeface="微软雅黑" panose="020B0503020204020204" charset="-122"/>
                        </a:rPr>
                        <a:t>最佳 283.48，终点 113.12</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499382">
                <a:tc>
                  <a:txBody>
                    <a:bodyPr wrap="square">
                      <a:spAutoFit/>
                    </a:bodyPr>
                    <a:lstStyle/>
                    <a:p>
                      <a:pPr algn="l"/>
                      <a:r>
                        <a:rPr sz="1425" b="0">
                          <a:solidFill>
                            <a:srgbClr val="1B2938"/>
                          </a:solidFill>
                          <a:latin typeface="微软雅黑" panose="020B0503020204020204" charset="-122"/>
                          <a:ea typeface="微软雅黑" panose="020B0503020204020204" charset="-122"/>
                          <a:cs typeface="微软雅黑" panose="020B0503020204020204" charset="-122"/>
                        </a:rPr>
                        <a:t>custom_fixed_angle_selection_20261004</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425" b="0">
                          <a:solidFill>
                            <a:srgbClr val="1B2938"/>
                          </a:solidFill>
                          <a:latin typeface="微软雅黑" panose="020B0503020204020204" charset="-122"/>
                          <a:ea typeface="微软雅黑" panose="020B0503020204020204" charset="-122"/>
                          <a:cs typeface="微软雅黑" panose="020B0503020204020204" charset="-122"/>
                        </a:rPr>
                        <a:t>50 局；40000–40049</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425" b="0">
                          <a:solidFill>
                            <a:srgbClr val="1B2938"/>
                          </a:solidFill>
                          <a:latin typeface="微软雅黑" panose="020B0503020204020204" charset="-122"/>
                          <a:ea typeface="微软雅黑" panose="020B0503020204020204" charset="-122"/>
                          <a:cs typeface="微软雅黑" panose="020B0503020204020204" charset="-122"/>
                        </a:rPr>
                        <a:t>350k 候选均分 237.68</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499382">
                <a:tc>
                  <a:txBody>
                    <a:bodyPr wrap="square">
                      <a:spAutoFit/>
                    </a:bodyPr>
                    <a:lstStyle/>
                    <a:p>
                      <a:pPr algn="l"/>
                      <a:r>
                        <a:rPr sz="1425" b="0">
                          <a:solidFill>
                            <a:srgbClr val="1B2938"/>
                          </a:solidFill>
                          <a:latin typeface="微软雅黑" panose="020B0503020204020204" charset="-122"/>
                          <a:ea typeface="微软雅黑" panose="020B0503020204020204" charset="-122"/>
                          <a:cs typeface="微软雅黑" panose="020B0503020204020204" charset="-122"/>
                        </a:rPr>
                        <a:t>custom_fixed_angle_random_development</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425" b="0">
                          <a:solidFill>
                            <a:srgbClr val="1B2938"/>
                          </a:solidFill>
                          <a:latin typeface="微软雅黑" panose="020B0503020204020204" charset="-122"/>
                          <a:ea typeface="微软雅黑" panose="020B0503020204020204" charset="-122"/>
                          <a:cs typeface="微软雅黑" panose="020B0503020204020204" charset="-122"/>
                        </a:rPr>
                        <a:t>20 局；30000 起始</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425" b="0">
                          <a:solidFill>
                            <a:srgbClr val="1B2938"/>
                          </a:solidFill>
                          <a:latin typeface="微软雅黑" panose="020B0503020204020204" charset="-122"/>
                          <a:ea typeface="微软雅黑" panose="020B0503020204020204" charset="-122"/>
                          <a:cs typeface="微软雅黑" panose="020B0503020204020204" charset="-122"/>
                        </a:rPr>
                        <a:t>随机均分 0.60，中位数 0</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499382">
                <a:tc>
                  <a:txBody>
                    <a:bodyPr wrap="square">
                      <a:spAutoFit/>
                    </a:bodyPr>
                    <a:lstStyle/>
                    <a:p>
                      <a:pPr algn="l"/>
                      <a:r>
                        <a:rPr sz="1425" b="0">
                          <a:solidFill>
                            <a:srgbClr val="1B2938"/>
                          </a:solidFill>
                          <a:latin typeface="微软雅黑" panose="020B0503020204020204" charset="-122"/>
                          <a:ea typeface="微软雅黑" panose="020B0503020204020204" charset="-122"/>
                          <a:cs typeface="微软雅黑" panose="020B0503020204020204" charset="-122"/>
                        </a:rPr>
                        <a:t>report_best_30</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425" b="0">
                          <a:solidFill>
                            <a:srgbClr val="1B2938"/>
                          </a:solidFill>
                          <a:latin typeface="微软雅黑" panose="020B0503020204020204" charset="-122"/>
                          <a:ea typeface="微软雅黑" panose="020B0503020204020204" charset="-122"/>
                          <a:cs typeface="微软雅黑" panose="020B0503020204020204" charset="-122"/>
                        </a:rPr>
                        <a:t>30 局；42000–42029</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425" b="0">
                          <a:solidFill>
                            <a:srgbClr val="1B2938"/>
                          </a:solidFill>
                          <a:latin typeface="微软雅黑" panose="020B0503020204020204" charset="-122"/>
                          <a:ea typeface="微软雅黑" panose="020B0503020204020204" charset="-122"/>
                          <a:cs typeface="微软雅黑" panose="020B0503020204020204" charset="-122"/>
                        </a:rPr>
                        <a:t>260.27 / 中位数 257.00</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r h="499382">
                <a:tc>
                  <a:txBody>
                    <a:bodyPr wrap="square">
                      <a:spAutoFit/>
                    </a:bodyPr>
                    <a:lstStyle/>
                    <a:p>
                      <a:pPr algn="l"/>
                      <a:r>
                        <a:rPr sz="1425" b="0">
                          <a:solidFill>
                            <a:srgbClr val="1B2938"/>
                          </a:solidFill>
                          <a:latin typeface="微软雅黑" panose="020B0503020204020204" charset="-122"/>
                          <a:ea typeface="微软雅黑" panose="020B0503020204020204" charset="-122"/>
                          <a:cs typeface="微软雅黑" panose="020B0503020204020204" charset="-122"/>
                        </a:rPr>
                        <a:t>report_final_30</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425" b="0">
                          <a:solidFill>
                            <a:srgbClr val="1B2938"/>
                          </a:solidFill>
                          <a:latin typeface="微软雅黑" panose="020B0503020204020204" charset="-122"/>
                          <a:ea typeface="微软雅黑" panose="020B0503020204020204" charset="-122"/>
                          <a:cs typeface="微软雅黑" panose="020B0503020204020204" charset="-122"/>
                        </a:rPr>
                        <a:t>同一组 30 个逐局种子</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c>
                  <a:txBody>
                    <a:bodyPr wrap="square">
                      <a:spAutoFit/>
                    </a:bodyPr>
                    <a:lstStyle/>
                    <a:p>
                      <a:pPr algn="ctr"/>
                      <a:r>
                        <a:rPr sz="1425" b="0">
                          <a:solidFill>
                            <a:srgbClr val="1B2938"/>
                          </a:solidFill>
                          <a:latin typeface="微软雅黑" panose="020B0503020204020204" charset="-122"/>
                          <a:ea typeface="微软雅黑" panose="020B0503020204020204" charset="-122"/>
                          <a:cs typeface="微软雅黑" panose="020B0503020204020204" charset="-122"/>
                        </a:rPr>
                        <a:t>122.40 / 中位数 101.50</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FFFFFF"/>
                    </a:solidFill>
                  </a:tcPr>
                </a:tc>
              </a:tr>
              <a:tr h="499382">
                <a:tc>
                  <a:txBody>
                    <a:bodyPr wrap="square">
                      <a:spAutoFit/>
                    </a:bodyPr>
                    <a:lstStyle/>
                    <a:p>
                      <a:pPr algn="l"/>
                      <a:r>
                        <a:rPr sz="1425" b="0">
                          <a:solidFill>
                            <a:srgbClr val="1B2938"/>
                          </a:solidFill>
                          <a:latin typeface="微软雅黑" panose="020B0503020204020204" charset="-122"/>
                          <a:ea typeface="微软雅黑" panose="020B0503020204020204" charset="-122"/>
                          <a:cs typeface="微软雅黑" panose="020B0503020204020204" charset="-122"/>
                        </a:rPr>
                        <a:t>regression_audit</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L w="6668">
                      <a:solidFill>
                        <a:srgbClr val="C9D6DF"/>
                      </a:solidFill>
                      <a:prstDash val="solid"/>
                    </a:lnL>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425" b="0">
                          <a:solidFill>
                            <a:srgbClr val="1B2938"/>
                          </a:solidFill>
                          <a:latin typeface="微软雅黑" panose="020B0503020204020204" charset="-122"/>
                          <a:ea typeface="微软雅黑" panose="020B0503020204020204" charset="-122"/>
                          <a:cs typeface="微软雅黑" panose="020B0503020204020204" charset="-122"/>
                        </a:rPr>
                        <a:t>较早同组 30 局诊断</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c>
                  <a:txBody>
                    <a:bodyPr wrap="square">
                      <a:spAutoFit/>
                    </a:bodyPr>
                    <a:lstStyle/>
                    <a:p>
                      <a:pPr algn="ctr"/>
                      <a:r>
                        <a:rPr sz="1425" b="0">
                          <a:solidFill>
                            <a:srgbClr val="1B2938"/>
                          </a:solidFill>
                          <a:latin typeface="微软雅黑" panose="020B0503020204020204" charset="-122"/>
                          <a:ea typeface="微软雅黑" panose="020B0503020204020204" charset="-122"/>
                          <a:cs typeface="微软雅黑" panose="020B0503020204020204" charset="-122"/>
                        </a:rPr>
                        <a:t>与报告复测交叉核对，不叠加样本</a:t>
                      </a:r>
                      <a:endParaRPr sz="1425" b="0">
                        <a:solidFill>
                          <a:srgbClr val="1B2938"/>
                        </a:solidFill>
                        <a:latin typeface="微软雅黑" panose="020B0503020204020204" charset="-122"/>
                        <a:ea typeface="微软雅黑" panose="020B0503020204020204" charset="-122"/>
                        <a:cs typeface="微软雅黑" panose="020B0503020204020204" charset="-122"/>
                      </a:endParaRPr>
                    </a:p>
                  </a:txBody>
                  <a:tcPr marL="114300" marR="114300" marT="76200" marB="76200" anchor="ctr">
                    <a:lnR w="6668">
                      <a:solidFill>
                        <a:srgbClr val="C9D6DF"/>
                      </a:solidFill>
                      <a:prstDash val="solid"/>
                    </a:lnR>
                    <a:lnB w="6668">
                      <a:solidFill>
                        <a:srgbClr val="C9D6DF"/>
                      </a:solidFill>
                      <a:prstDash val="solid"/>
                    </a:lnB>
                    <a:solidFill>
                      <a:srgbClr val="EEF4F7"/>
                    </a:solidFill>
                  </a:tcPr>
                </a:tc>
              </a:tr>
            </a:tbl>
          </a:graphicData>
        </a:graphic>
      </p:graphicFrame>
      <p:sp>
        <p:nvSpPr>
          <p:cNvPr id="12" name="核对顺序：历史 config.json → selection.json → 逐局 CSV"/>
          <p:cNvSpPr>
            <a:spLocks noGrp="1"/>
          </p:cNvSpPr>
          <p:nvPr/>
        </p:nvSpPr>
        <p:spPr>
          <a:xfrm>
            <a:off x="523875" y="5810250"/>
            <a:ext cx="11125200" cy="428625"/>
          </a:xfrm>
          <a:prstGeom prst="rect">
            <a:avLst/>
          </a:prstGeom>
          <a:noFill/>
          <a:ln w="0">
            <a:noFill/>
          </a:ln>
        </p:spPr>
        <p:txBody>
          <a:bodyPr wrap="square" lIns="0" tIns="0" rIns="0" bIns="0" anchor="t">
            <a:noAutofit/>
          </a:bodyPr>
          <a:lstStyle>
            <a:defPPr algn="l">
              <a:defRPr sz="180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80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80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80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80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80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80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80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80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80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800" b="1">
                <a:solidFill>
                  <a:srgbClr val="065980"/>
                </a:solidFill>
                <a:latin typeface="微软雅黑" panose="020B0503020204020204" charset="-122"/>
                <a:ea typeface="微软雅黑" panose="020B0503020204020204" charset="-122"/>
                <a:cs typeface="微软雅黑" panose="020B0503020204020204" charset="-122"/>
              </a:defRPr>
            </a:pPr>
            <a:r>
              <a:rPr sz="1800" b="1">
                <a:solidFill>
                  <a:srgbClr val="065980"/>
                </a:solidFill>
                <a:latin typeface="微软雅黑" panose="020B0503020204020204" charset="-122"/>
                <a:ea typeface="微软雅黑" panose="020B0503020204020204" charset="-122"/>
                <a:cs typeface="微软雅黑" panose="020B0503020204020204" charset="-122"/>
              </a:rPr>
              <a:t>核对顺序：历史 config.json → selection.json → 逐局 CSV → report/data 统计。</a:t>
            </a:r>
            <a:endParaRPr sz="180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3" name="路径相对 results/evaluation/，首行除外；环境版本与依赖以各实验快照为准"/>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路径相对 results/evaluation/，首行除外；环境版本与依赖以各实验快照为准。</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transition/>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p:pic>
        <p:nvPicPr>
          <p:cNvPr id="3" name="图片 2"/>
          <p:cNvPicPr>
            <a:picLocks noChangeAspect="1"/>
          </p:cNvPicPr>
          <p:nvPr/>
        </p:nvPicPr>
        <p:blipFill rotWithShape="1">
          <a:blip r:embed="rId1">
            <a:alphaModFix amt="4000"/>
          </a:blip>
          <a:srcRect t="4939" r="28793" b="22469"/>
          <a:stretch>
            <a:fillRect/>
          </a:stretch>
        </p:blipFill>
        <p:spPr>
          <a:xfrm>
            <a:off x="2641601" y="902926"/>
            <a:ext cx="9550400" cy="5955074"/>
          </a:xfrm>
          <a:prstGeom prst="rect">
            <a:avLst/>
          </a:prstGeom>
        </p:spPr>
      </p:pic>
      <p:pic>
        <p:nvPicPr>
          <p:cNvPr id="7" name="图片 6"/>
          <p:cNvPicPr>
            <a:picLocks noChangeAspect="1"/>
          </p:cNvPicPr>
          <p:nvPr/>
        </p:nvPicPr>
        <p:blipFill>
          <a:blip r:embed="rId2"/>
          <a:stretch>
            <a:fillRect/>
          </a:stretch>
        </p:blipFill>
        <p:spPr>
          <a:xfrm>
            <a:off x="344170" y="333375"/>
            <a:ext cx="2924175" cy="666750"/>
          </a:xfrm>
          <a:prstGeom prst="rect">
            <a:avLst/>
          </a:prstGeom>
        </p:spPr>
      </p:pic>
      <p:sp>
        <p:nvSpPr>
          <p:cNvPr id="8" name="备用：算法选择答辩与后续对照设计"/>
          <p:cNvSpPr>
            <a:spLocks noGrp="1"/>
          </p:cNvSpPr>
          <p:nvPr/>
        </p:nvSpPr>
        <p:spPr>
          <a:xfrm>
            <a:off x="514350" y="1238250"/>
            <a:ext cx="11144250" cy="514350"/>
          </a:xfrm>
          <a:prstGeom prst="rect">
            <a:avLst/>
          </a:prstGeom>
          <a:noFill/>
          <a:ln w="0">
            <a:noFill/>
          </a:ln>
        </p:spPr>
        <p:txBody>
          <a:bodyPr wrap="square" lIns="0" tIns="0" rIns="0" bIns="0" anchor="t">
            <a:noAutofit/>
          </a:bodyPr>
          <a:lstStyle>
            <a:defPPr algn="l">
              <a:defRPr sz="2700" b="1">
                <a:solidFill>
                  <a:srgbClr val="244B61"/>
                </a:solidFill>
                <a:latin typeface="微软雅黑" panose="020B0503020204020204" charset="-122"/>
                <a:ea typeface="微软雅黑" panose="020B0503020204020204" charset="-122"/>
                <a:cs typeface="微软雅黑" panose="020B0503020204020204" charset="-122"/>
              </a:defRPr>
            </a:defPPr>
            <a:lvl1pPr algn="l">
              <a:defRPr sz="2700" b="1">
                <a:solidFill>
                  <a:srgbClr val="244B61"/>
                </a:solidFill>
                <a:latin typeface="微软雅黑" panose="020B0503020204020204" charset="-122"/>
                <a:ea typeface="微软雅黑" panose="020B0503020204020204" charset="-122"/>
                <a:cs typeface="微软雅黑" panose="020B0503020204020204" charset="-122"/>
              </a:defRPr>
            </a:lvl1pPr>
            <a:lvl2pPr algn="l">
              <a:defRPr sz="2700" b="1">
                <a:solidFill>
                  <a:srgbClr val="244B61"/>
                </a:solidFill>
                <a:latin typeface="微软雅黑" panose="020B0503020204020204" charset="-122"/>
                <a:ea typeface="微软雅黑" panose="020B0503020204020204" charset="-122"/>
                <a:cs typeface="微软雅黑" panose="020B0503020204020204" charset="-122"/>
              </a:defRPr>
            </a:lvl2pPr>
            <a:lvl3pPr algn="l">
              <a:defRPr sz="2700" b="1">
                <a:solidFill>
                  <a:srgbClr val="244B61"/>
                </a:solidFill>
                <a:latin typeface="微软雅黑" panose="020B0503020204020204" charset="-122"/>
                <a:ea typeface="微软雅黑" panose="020B0503020204020204" charset="-122"/>
                <a:cs typeface="微软雅黑" panose="020B0503020204020204" charset="-122"/>
              </a:defRPr>
            </a:lvl3pPr>
            <a:lvl4pPr algn="l">
              <a:defRPr sz="2700" b="1">
                <a:solidFill>
                  <a:srgbClr val="244B61"/>
                </a:solidFill>
                <a:latin typeface="微软雅黑" panose="020B0503020204020204" charset="-122"/>
                <a:ea typeface="微软雅黑" panose="020B0503020204020204" charset="-122"/>
                <a:cs typeface="微软雅黑" panose="020B0503020204020204" charset="-122"/>
              </a:defRPr>
            </a:lvl4pPr>
            <a:lvl5pPr algn="l">
              <a:defRPr sz="2700" b="1">
                <a:solidFill>
                  <a:srgbClr val="244B61"/>
                </a:solidFill>
                <a:latin typeface="微软雅黑" panose="020B0503020204020204" charset="-122"/>
                <a:ea typeface="微软雅黑" panose="020B0503020204020204" charset="-122"/>
                <a:cs typeface="微软雅黑" panose="020B0503020204020204" charset="-122"/>
              </a:defRPr>
            </a:lvl5pPr>
            <a:lvl6pPr algn="l">
              <a:defRPr sz="2700" b="1">
                <a:solidFill>
                  <a:srgbClr val="244B61"/>
                </a:solidFill>
                <a:latin typeface="微软雅黑" panose="020B0503020204020204" charset="-122"/>
                <a:ea typeface="微软雅黑" panose="020B0503020204020204" charset="-122"/>
                <a:cs typeface="微软雅黑" panose="020B0503020204020204" charset="-122"/>
              </a:defRPr>
            </a:lvl6pPr>
            <a:lvl7pPr algn="l">
              <a:defRPr sz="2700" b="1">
                <a:solidFill>
                  <a:srgbClr val="244B61"/>
                </a:solidFill>
                <a:latin typeface="微软雅黑" panose="020B0503020204020204" charset="-122"/>
                <a:ea typeface="微软雅黑" panose="020B0503020204020204" charset="-122"/>
                <a:cs typeface="微软雅黑" panose="020B0503020204020204" charset="-122"/>
              </a:defRPr>
            </a:lvl7pPr>
            <a:lvl8pPr algn="l">
              <a:defRPr sz="2700" b="1">
                <a:solidFill>
                  <a:srgbClr val="244B61"/>
                </a:solidFill>
                <a:latin typeface="微软雅黑" panose="020B0503020204020204" charset="-122"/>
                <a:ea typeface="微软雅黑" panose="020B0503020204020204" charset="-122"/>
                <a:cs typeface="微软雅黑" panose="020B0503020204020204" charset="-122"/>
              </a:defRPr>
            </a:lvl8pPr>
            <a:lvl9pPr algn="l">
              <a:defRPr sz="2700" b="1">
                <a:solidFill>
                  <a:srgbClr val="244B61"/>
                </a:solidFill>
                <a:latin typeface="微软雅黑" panose="020B0503020204020204" charset="-122"/>
                <a:ea typeface="微软雅黑" panose="020B0503020204020204" charset="-122"/>
                <a:cs typeface="微软雅黑" panose="020B0503020204020204" charset="-122"/>
              </a:defRPr>
            </a:lvl9pPr>
          </a:lstStyle>
          <a:p>
            <a:pPr algn="l">
              <a:defRPr sz="2700" b="1">
                <a:solidFill>
                  <a:srgbClr val="244B61"/>
                </a:solidFill>
                <a:latin typeface="微软雅黑" panose="020B0503020204020204" charset="-122"/>
                <a:ea typeface="微软雅黑" panose="020B0503020204020204" charset="-122"/>
                <a:cs typeface="微软雅黑" panose="020B0503020204020204" charset="-122"/>
              </a:defRPr>
            </a:pPr>
            <a:r>
              <a:rPr sz="2700" b="1">
                <a:solidFill>
                  <a:srgbClr val="244B61"/>
                </a:solidFill>
                <a:latin typeface="微软雅黑" panose="020B0503020204020204" charset="-122"/>
                <a:ea typeface="微软雅黑" panose="020B0503020204020204" charset="-122"/>
                <a:cs typeface="微软雅黑" panose="020B0503020204020204" charset="-122"/>
              </a:rPr>
              <a:t>备用：算法选择答辩与后续对照设计</a:t>
            </a:r>
            <a:endParaRPr sz="2700" b="1">
              <a:solidFill>
                <a:srgbClr val="244B61"/>
              </a:solidFill>
              <a:latin typeface="微软雅黑" panose="020B0503020204020204" charset="-122"/>
              <a:ea typeface="微软雅黑" panose="020B0503020204020204" charset="-122"/>
              <a:cs typeface="微软雅黑" panose="020B0503020204020204" charset="-122"/>
            </a:endParaRPr>
          </a:p>
        </p:txBody>
      </p:sp>
      <p:sp>
        <p:nvSpPr>
          <p:cNvPr id="9" name="矩形 8"/>
          <p:cNvSpPr>
            <a:spLocks noGrp="1"/>
          </p:cNvSpPr>
          <p:nvPr/>
        </p:nvSpPr>
        <p:spPr>
          <a:xfrm>
            <a:off x="514350" y="1819275"/>
            <a:ext cx="11144250" cy="28575"/>
          </a:xfrm>
          <a:prstGeom prst="rect">
            <a:avLst/>
          </a:prstGeom>
          <a:solidFill>
            <a:srgbClr val="065980"/>
          </a:solidFill>
          <a:ln w="0">
            <a:noFill/>
          </a:ln>
        </p:spPr>
      </p:sp>
      <p:sp>
        <p:nvSpPr>
          <p:cNvPr id="10" name="21"/>
          <p:cNvSpPr>
            <a:spLocks noGrp="1"/>
          </p:cNvSpPr>
          <p:nvPr/>
        </p:nvSpPr>
        <p:spPr>
          <a:xfrm>
            <a:off x="11410950" y="6381750"/>
            <a:ext cx="381000" cy="228600"/>
          </a:xfrm>
          <a:prstGeom prst="rect">
            <a:avLst/>
          </a:prstGeom>
          <a:noFill/>
          <a:ln w="0">
            <a:noFill/>
          </a:ln>
        </p:spPr>
        <p:txBody>
          <a:bodyPr wrap="square" lIns="0" tIns="0" rIns="0" bIns="0" anchor="t">
            <a:noAutofit/>
          </a:bodyPr>
          <a:lstStyle>
            <a:defPPr algn="r">
              <a:defRPr sz="1200" b="0">
                <a:solidFill>
                  <a:srgbClr val="065980"/>
                </a:solidFill>
                <a:latin typeface="微软雅黑" panose="020B0503020204020204" charset="-122"/>
                <a:ea typeface="微软雅黑" panose="020B0503020204020204" charset="-122"/>
                <a:cs typeface="微软雅黑" panose="020B0503020204020204" charset="-122"/>
              </a:defRPr>
            </a:defPPr>
            <a:lvl1pPr algn="r">
              <a:defRPr sz="1200" b="0">
                <a:solidFill>
                  <a:srgbClr val="065980"/>
                </a:solidFill>
                <a:latin typeface="微软雅黑" panose="020B0503020204020204" charset="-122"/>
                <a:ea typeface="微软雅黑" panose="020B0503020204020204" charset="-122"/>
                <a:cs typeface="微软雅黑" panose="020B0503020204020204" charset="-122"/>
              </a:defRPr>
            </a:lvl1pPr>
            <a:lvl2pPr algn="r">
              <a:defRPr sz="1200" b="0">
                <a:solidFill>
                  <a:srgbClr val="065980"/>
                </a:solidFill>
                <a:latin typeface="微软雅黑" panose="020B0503020204020204" charset="-122"/>
                <a:ea typeface="微软雅黑" panose="020B0503020204020204" charset="-122"/>
                <a:cs typeface="微软雅黑" panose="020B0503020204020204" charset="-122"/>
              </a:defRPr>
            </a:lvl2pPr>
            <a:lvl3pPr algn="r">
              <a:defRPr sz="1200" b="0">
                <a:solidFill>
                  <a:srgbClr val="065980"/>
                </a:solidFill>
                <a:latin typeface="微软雅黑" panose="020B0503020204020204" charset="-122"/>
                <a:ea typeface="微软雅黑" panose="020B0503020204020204" charset="-122"/>
                <a:cs typeface="微软雅黑" panose="020B0503020204020204" charset="-122"/>
              </a:defRPr>
            </a:lvl3pPr>
            <a:lvl4pPr algn="r">
              <a:defRPr sz="1200" b="0">
                <a:solidFill>
                  <a:srgbClr val="065980"/>
                </a:solidFill>
                <a:latin typeface="微软雅黑" panose="020B0503020204020204" charset="-122"/>
                <a:ea typeface="微软雅黑" panose="020B0503020204020204" charset="-122"/>
                <a:cs typeface="微软雅黑" panose="020B0503020204020204" charset="-122"/>
              </a:defRPr>
            </a:lvl4pPr>
            <a:lvl5pPr algn="r">
              <a:defRPr sz="1200" b="0">
                <a:solidFill>
                  <a:srgbClr val="065980"/>
                </a:solidFill>
                <a:latin typeface="微软雅黑" panose="020B0503020204020204" charset="-122"/>
                <a:ea typeface="微软雅黑" panose="020B0503020204020204" charset="-122"/>
                <a:cs typeface="微软雅黑" panose="020B0503020204020204" charset="-122"/>
              </a:defRPr>
            </a:lvl5pPr>
            <a:lvl6pPr algn="r">
              <a:defRPr sz="1200" b="0">
                <a:solidFill>
                  <a:srgbClr val="065980"/>
                </a:solidFill>
                <a:latin typeface="微软雅黑" panose="020B0503020204020204" charset="-122"/>
                <a:ea typeface="微软雅黑" panose="020B0503020204020204" charset="-122"/>
                <a:cs typeface="微软雅黑" panose="020B0503020204020204" charset="-122"/>
              </a:defRPr>
            </a:lvl6pPr>
            <a:lvl7pPr algn="r">
              <a:defRPr sz="1200" b="0">
                <a:solidFill>
                  <a:srgbClr val="065980"/>
                </a:solidFill>
                <a:latin typeface="微软雅黑" panose="020B0503020204020204" charset="-122"/>
                <a:ea typeface="微软雅黑" panose="020B0503020204020204" charset="-122"/>
                <a:cs typeface="微软雅黑" panose="020B0503020204020204" charset="-122"/>
              </a:defRPr>
            </a:lvl7pPr>
            <a:lvl8pPr algn="r">
              <a:defRPr sz="1200" b="0">
                <a:solidFill>
                  <a:srgbClr val="065980"/>
                </a:solidFill>
                <a:latin typeface="微软雅黑" panose="020B0503020204020204" charset="-122"/>
                <a:ea typeface="微软雅黑" panose="020B0503020204020204" charset="-122"/>
                <a:cs typeface="微软雅黑" panose="020B0503020204020204" charset="-122"/>
              </a:defRPr>
            </a:lvl8pPr>
            <a:lvl9pPr algn="r">
              <a:defRPr sz="1200" b="0">
                <a:solidFill>
                  <a:srgbClr val="065980"/>
                </a:solidFill>
                <a:latin typeface="微软雅黑" panose="020B0503020204020204" charset="-122"/>
                <a:ea typeface="微软雅黑" panose="020B0503020204020204" charset="-122"/>
                <a:cs typeface="微软雅黑" panose="020B0503020204020204" charset="-122"/>
              </a:defRPr>
            </a:lvl9pPr>
          </a:lstStyle>
          <a:p>
            <a:pPr algn="r">
              <a:defRPr sz="1200" b="0">
                <a:solidFill>
                  <a:srgbClr val="065980"/>
                </a:solidFill>
                <a:latin typeface="微软雅黑" panose="020B0503020204020204" charset="-122"/>
                <a:ea typeface="微软雅黑" panose="020B0503020204020204" charset="-122"/>
                <a:cs typeface="微软雅黑" panose="020B0503020204020204" charset="-122"/>
              </a:defRPr>
            </a:pPr>
            <a:r>
              <a:rPr sz="1200" b="0">
                <a:solidFill>
                  <a:srgbClr val="065980"/>
                </a:solidFill>
                <a:latin typeface="微软雅黑" panose="020B0503020204020204" charset="-122"/>
                <a:ea typeface="微软雅黑" panose="020B0503020204020204" charset="-122"/>
                <a:cs typeface="微软雅黑" panose="020B0503020204020204" charset="-122"/>
              </a:rPr>
              <a:t>21</a:t>
            </a:r>
            <a:endParaRPr sz="1200" b="0">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1" name="“为什么没有 PPO / A2C？”"/>
          <p:cNvSpPr>
            <a:spLocks noGrp="1"/>
          </p:cNvSpPr>
          <p:nvPr/>
        </p:nvSpPr>
        <p:spPr>
          <a:xfrm>
            <a:off x="523875" y="2085975"/>
            <a:ext cx="10953750"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“为什么没有 PPO / A2C？”</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2" name="两者都可用于离散任务。当前选择围绕 DQN 研究训练退化；跨算法比较仍是明确局限。"/>
          <p:cNvSpPr>
            <a:spLocks noGrp="1"/>
          </p:cNvSpPr>
          <p:nvPr/>
        </p:nvSpPr>
        <p:spPr>
          <a:xfrm>
            <a:off x="523875" y="2495550"/>
            <a:ext cx="10953750" cy="1219200"/>
          </a:xfrm>
          <a:prstGeom prst="rect">
            <a:avLst/>
          </a:prstGeom>
          <a:noFill/>
          <a:ln w="0">
            <a:noFill/>
          </a:ln>
        </p:spPr>
        <p:txBody>
          <a:bodyPr wrap="square" lIns="0" tIns="0" rIns="0" bIns="0" anchor="t">
            <a:noAutofit/>
          </a:bodyPr>
          <a:lstStyle>
            <a:defPPr algn="l">
              <a:defRPr sz="195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95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95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95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95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95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95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95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95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95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950" b="0">
                <a:solidFill>
                  <a:srgbClr val="1B2938"/>
                </a:solidFill>
                <a:latin typeface="微软雅黑" panose="020B0503020204020204" charset="-122"/>
                <a:ea typeface="微软雅黑" panose="020B0503020204020204" charset="-122"/>
                <a:cs typeface="微软雅黑" panose="020B0503020204020204" charset="-122"/>
              </a:defRPr>
            </a:pPr>
            <a:r>
              <a:rPr sz="1950" b="0">
                <a:solidFill>
                  <a:srgbClr val="1B2938"/>
                </a:solidFill>
                <a:latin typeface="微软雅黑" panose="020B0503020204020204" charset="-122"/>
                <a:ea typeface="微软雅黑" panose="020B0503020204020204" charset="-122"/>
                <a:cs typeface="微软雅黑" panose="020B0503020204020204" charset="-122"/>
              </a:rPr>
              <a:t>两者都可用于离散任务。当前选择围绕 DQN 研究训练退化；跨算法比较仍是明确局限。</a:t>
            </a:r>
            <a:endParaRPr sz="195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3" name="“项目的创新或工作量在哪里？”"/>
          <p:cNvSpPr>
            <a:spLocks noGrp="1"/>
          </p:cNvSpPr>
          <p:nvPr/>
        </p:nvSpPr>
        <p:spPr>
          <a:xfrm>
            <a:off x="523875" y="3476625"/>
            <a:ext cx="10953750"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“项目的创新或工作量在哪里？”</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4" name="不宣称新算法。主要工作是环境物理与观测契约、策略预热和回放恢复、候选选取与失败分析。"/>
          <p:cNvSpPr>
            <a:spLocks noGrp="1"/>
          </p:cNvSpPr>
          <p:nvPr/>
        </p:nvSpPr>
        <p:spPr>
          <a:xfrm>
            <a:off x="523875" y="3886200"/>
            <a:ext cx="10953750" cy="1219200"/>
          </a:xfrm>
          <a:prstGeom prst="rect">
            <a:avLst/>
          </a:prstGeom>
          <a:noFill/>
          <a:ln w="0">
            <a:noFill/>
          </a:ln>
        </p:spPr>
        <p:txBody>
          <a:bodyPr wrap="square" lIns="0" tIns="0" rIns="0" bIns="0" anchor="t">
            <a:noAutofit/>
          </a:bodyPr>
          <a:lstStyle>
            <a:defPPr algn="l">
              <a:defRPr sz="195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95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95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95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95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95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95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95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95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95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950" b="0">
                <a:solidFill>
                  <a:srgbClr val="1B2938"/>
                </a:solidFill>
                <a:latin typeface="微软雅黑" panose="020B0503020204020204" charset="-122"/>
                <a:ea typeface="微软雅黑" panose="020B0503020204020204" charset="-122"/>
                <a:cs typeface="微软雅黑" panose="020B0503020204020204" charset="-122"/>
              </a:defRPr>
            </a:pPr>
            <a:r>
              <a:rPr sz="1950" b="0">
                <a:solidFill>
                  <a:srgbClr val="1B2938"/>
                </a:solidFill>
                <a:latin typeface="微软雅黑" panose="020B0503020204020204" charset="-122"/>
                <a:ea typeface="微软雅黑" panose="020B0503020204020204" charset="-122"/>
                <a:cs typeface="微软雅黑" panose="020B0503020204020204" charset="-122"/>
              </a:rPr>
              <a:t>不宣称新算法。主要工作是环境物理与观测契约、策略预热和回放恢复、候选选取与失败分析。</a:t>
            </a:r>
            <a:endParaRPr sz="195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5" name="“怎样补一个公平的算法对照？”"/>
          <p:cNvSpPr>
            <a:spLocks noGrp="1"/>
          </p:cNvSpPr>
          <p:nvPr/>
        </p:nvSpPr>
        <p:spPr>
          <a:xfrm>
            <a:off x="523875" y="4867275"/>
            <a:ext cx="10953750" cy="323850"/>
          </a:xfrm>
          <a:prstGeom prst="rect">
            <a:avLst/>
          </a:prstGeom>
          <a:noFill/>
          <a:ln w="0">
            <a:noFill/>
          </a:ln>
        </p:spPr>
        <p:txBody>
          <a:bodyPr wrap="square" lIns="0" tIns="0" rIns="0" bIns="0" anchor="t">
            <a:noAutofit/>
          </a:bodyPr>
          <a:lstStyle>
            <a:defPPr algn="l">
              <a:defRPr sz="1950" b="1">
                <a:solidFill>
                  <a:srgbClr val="065980"/>
                </a:solidFill>
                <a:latin typeface="微软雅黑" panose="020B0503020204020204" charset="-122"/>
                <a:ea typeface="微软雅黑" panose="020B0503020204020204" charset="-122"/>
                <a:cs typeface="微软雅黑" panose="020B0503020204020204" charset="-122"/>
              </a:defRPr>
            </a:defPPr>
            <a:lvl1pPr algn="l">
              <a:defRPr sz="1950" b="1">
                <a:solidFill>
                  <a:srgbClr val="065980"/>
                </a:solidFill>
                <a:latin typeface="微软雅黑" panose="020B0503020204020204" charset="-122"/>
                <a:ea typeface="微软雅黑" panose="020B0503020204020204" charset="-122"/>
                <a:cs typeface="微软雅黑" panose="020B0503020204020204" charset="-122"/>
              </a:defRPr>
            </a:lvl1pPr>
            <a:lvl2pPr algn="l">
              <a:defRPr sz="1950" b="1">
                <a:solidFill>
                  <a:srgbClr val="065980"/>
                </a:solidFill>
                <a:latin typeface="微软雅黑" panose="020B0503020204020204" charset="-122"/>
                <a:ea typeface="微软雅黑" panose="020B0503020204020204" charset="-122"/>
                <a:cs typeface="微软雅黑" panose="020B0503020204020204" charset="-122"/>
              </a:defRPr>
            </a:lvl2pPr>
            <a:lvl3pPr algn="l">
              <a:defRPr sz="1950" b="1">
                <a:solidFill>
                  <a:srgbClr val="065980"/>
                </a:solidFill>
                <a:latin typeface="微软雅黑" panose="020B0503020204020204" charset="-122"/>
                <a:ea typeface="微软雅黑" panose="020B0503020204020204" charset="-122"/>
                <a:cs typeface="微软雅黑" panose="020B0503020204020204" charset="-122"/>
              </a:defRPr>
            </a:lvl3pPr>
            <a:lvl4pPr algn="l">
              <a:defRPr sz="1950" b="1">
                <a:solidFill>
                  <a:srgbClr val="065980"/>
                </a:solidFill>
                <a:latin typeface="微软雅黑" panose="020B0503020204020204" charset="-122"/>
                <a:ea typeface="微软雅黑" panose="020B0503020204020204" charset="-122"/>
                <a:cs typeface="微软雅黑" panose="020B0503020204020204" charset="-122"/>
              </a:defRPr>
            </a:lvl4pPr>
            <a:lvl5pPr algn="l">
              <a:defRPr sz="1950" b="1">
                <a:solidFill>
                  <a:srgbClr val="065980"/>
                </a:solidFill>
                <a:latin typeface="微软雅黑" panose="020B0503020204020204" charset="-122"/>
                <a:ea typeface="微软雅黑" panose="020B0503020204020204" charset="-122"/>
                <a:cs typeface="微软雅黑" panose="020B0503020204020204" charset="-122"/>
              </a:defRPr>
            </a:lvl5pPr>
            <a:lvl6pPr algn="l">
              <a:defRPr sz="1950" b="1">
                <a:solidFill>
                  <a:srgbClr val="065980"/>
                </a:solidFill>
                <a:latin typeface="微软雅黑" panose="020B0503020204020204" charset="-122"/>
                <a:ea typeface="微软雅黑" panose="020B0503020204020204" charset="-122"/>
                <a:cs typeface="微软雅黑" panose="020B0503020204020204" charset="-122"/>
              </a:defRPr>
            </a:lvl6pPr>
            <a:lvl7pPr algn="l">
              <a:defRPr sz="1950" b="1">
                <a:solidFill>
                  <a:srgbClr val="065980"/>
                </a:solidFill>
                <a:latin typeface="微软雅黑" panose="020B0503020204020204" charset="-122"/>
                <a:ea typeface="微软雅黑" panose="020B0503020204020204" charset="-122"/>
                <a:cs typeface="微软雅黑" panose="020B0503020204020204" charset="-122"/>
              </a:defRPr>
            </a:lvl7pPr>
            <a:lvl8pPr algn="l">
              <a:defRPr sz="1950" b="1">
                <a:solidFill>
                  <a:srgbClr val="065980"/>
                </a:solidFill>
                <a:latin typeface="微软雅黑" panose="020B0503020204020204" charset="-122"/>
                <a:ea typeface="微软雅黑" panose="020B0503020204020204" charset="-122"/>
                <a:cs typeface="微软雅黑" panose="020B0503020204020204" charset="-122"/>
              </a:defRPr>
            </a:lvl8pPr>
            <a:lvl9pPr algn="l">
              <a:defRPr sz="1950" b="1">
                <a:solidFill>
                  <a:srgbClr val="065980"/>
                </a:solidFill>
                <a:latin typeface="微软雅黑" panose="020B0503020204020204" charset="-122"/>
                <a:ea typeface="微软雅黑" panose="020B0503020204020204" charset="-122"/>
                <a:cs typeface="微软雅黑" panose="020B0503020204020204" charset="-122"/>
              </a:defRPr>
            </a:lvl9pPr>
          </a:lstStyle>
          <a:p>
            <a:pPr algn="l">
              <a:defRPr sz="1950" b="1">
                <a:solidFill>
                  <a:srgbClr val="065980"/>
                </a:solidFill>
                <a:latin typeface="微软雅黑" panose="020B0503020204020204" charset="-122"/>
                <a:ea typeface="微软雅黑" panose="020B0503020204020204" charset="-122"/>
                <a:cs typeface="微软雅黑" panose="020B0503020204020204" charset="-122"/>
              </a:defRPr>
            </a:pPr>
            <a:r>
              <a:rPr sz="1950" b="1">
                <a:solidFill>
                  <a:srgbClr val="065980"/>
                </a:solidFill>
                <a:latin typeface="微软雅黑" panose="020B0503020204020204" charset="-122"/>
                <a:ea typeface="微软雅黑" panose="020B0503020204020204" charset="-122"/>
                <a:cs typeface="微软雅黑" panose="020B0503020204020204" charset="-122"/>
              </a:rPr>
              <a:t>“怎样补一个公平的算法对照？”</a:t>
            </a:r>
            <a:endParaRPr sz="1950" b="1">
              <a:solidFill>
                <a:srgbClr val="065980"/>
              </a:solidFill>
              <a:latin typeface="微软雅黑" panose="020B0503020204020204" charset="-122"/>
              <a:ea typeface="微软雅黑" panose="020B0503020204020204" charset="-122"/>
              <a:cs typeface="微软雅黑" panose="020B0503020204020204" charset="-122"/>
            </a:endParaRPr>
          </a:p>
        </p:txBody>
      </p:sp>
      <p:sp>
        <p:nvSpPr>
          <p:cNvPr id="16" name="固定环境、观测、奖励和动作；明确交互与调参预算；多训练种子；统一留出测试；同时报告样本效率"/>
          <p:cNvSpPr>
            <a:spLocks noGrp="1"/>
          </p:cNvSpPr>
          <p:nvPr/>
        </p:nvSpPr>
        <p:spPr>
          <a:xfrm>
            <a:off x="523875" y="5276850"/>
            <a:ext cx="10953750" cy="1219200"/>
          </a:xfrm>
          <a:prstGeom prst="rect">
            <a:avLst/>
          </a:prstGeom>
          <a:noFill/>
          <a:ln w="0">
            <a:noFill/>
          </a:ln>
        </p:spPr>
        <p:txBody>
          <a:bodyPr wrap="square" lIns="0" tIns="0" rIns="0" bIns="0" anchor="t">
            <a:noAutofit/>
          </a:bodyPr>
          <a:lstStyle>
            <a:defPPr algn="l">
              <a:defRPr sz="1950" b="0">
                <a:solidFill>
                  <a:srgbClr val="1B2938"/>
                </a:solidFill>
                <a:latin typeface="微软雅黑" panose="020B0503020204020204" charset="-122"/>
                <a:ea typeface="微软雅黑" panose="020B0503020204020204" charset="-122"/>
                <a:cs typeface="微软雅黑" panose="020B0503020204020204" charset="-122"/>
              </a:defRPr>
            </a:defPPr>
            <a:lvl1pPr algn="l">
              <a:defRPr sz="1950" b="0">
                <a:solidFill>
                  <a:srgbClr val="1B2938"/>
                </a:solidFill>
                <a:latin typeface="微软雅黑" panose="020B0503020204020204" charset="-122"/>
                <a:ea typeface="微软雅黑" panose="020B0503020204020204" charset="-122"/>
                <a:cs typeface="微软雅黑" panose="020B0503020204020204" charset="-122"/>
              </a:defRPr>
            </a:lvl1pPr>
            <a:lvl2pPr algn="l">
              <a:defRPr sz="1950" b="0">
                <a:solidFill>
                  <a:srgbClr val="1B2938"/>
                </a:solidFill>
                <a:latin typeface="微软雅黑" panose="020B0503020204020204" charset="-122"/>
                <a:ea typeface="微软雅黑" panose="020B0503020204020204" charset="-122"/>
                <a:cs typeface="微软雅黑" panose="020B0503020204020204" charset="-122"/>
              </a:defRPr>
            </a:lvl2pPr>
            <a:lvl3pPr algn="l">
              <a:defRPr sz="1950" b="0">
                <a:solidFill>
                  <a:srgbClr val="1B2938"/>
                </a:solidFill>
                <a:latin typeface="微软雅黑" panose="020B0503020204020204" charset="-122"/>
                <a:ea typeface="微软雅黑" panose="020B0503020204020204" charset="-122"/>
                <a:cs typeface="微软雅黑" panose="020B0503020204020204" charset="-122"/>
              </a:defRPr>
            </a:lvl3pPr>
            <a:lvl4pPr algn="l">
              <a:defRPr sz="1950" b="0">
                <a:solidFill>
                  <a:srgbClr val="1B2938"/>
                </a:solidFill>
                <a:latin typeface="微软雅黑" panose="020B0503020204020204" charset="-122"/>
                <a:ea typeface="微软雅黑" panose="020B0503020204020204" charset="-122"/>
                <a:cs typeface="微软雅黑" panose="020B0503020204020204" charset="-122"/>
              </a:defRPr>
            </a:lvl4pPr>
            <a:lvl5pPr algn="l">
              <a:defRPr sz="1950" b="0">
                <a:solidFill>
                  <a:srgbClr val="1B2938"/>
                </a:solidFill>
                <a:latin typeface="微软雅黑" panose="020B0503020204020204" charset="-122"/>
                <a:ea typeface="微软雅黑" panose="020B0503020204020204" charset="-122"/>
                <a:cs typeface="微软雅黑" panose="020B0503020204020204" charset="-122"/>
              </a:defRPr>
            </a:lvl5pPr>
            <a:lvl6pPr algn="l">
              <a:defRPr sz="1950" b="0">
                <a:solidFill>
                  <a:srgbClr val="1B2938"/>
                </a:solidFill>
                <a:latin typeface="微软雅黑" panose="020B0503020204020204" charset="-122"/>
                <a:ea typeface="微软雅黑" panose="020B0503020204020204" charset="-122"/>
                <a:cs typeface="微软雅黑" panose="020B0503020204020204" charset="-122"/>
              </a:defRPr>
            </a:lvl6pPr>
            <a:lvl7pPr algn="l">
              <a:defRPr sz="1950" b="0">
                <a:solidFill>
                  <a:srgbClr val="1B2938"/>
                </a:solidFill>
                <a:latin typeface="微软雅黑" panose="020B0503020204020204" charset="-122"/>
                <a:ea typeface="微软雅黑" panose="020B0503020204020204" charset="-122"/>
                <a:cs typeface="微软雅黑" panose="020B0503020204020204" charset="-122"/>
              </a:defRPr>
            </a:lvl7pPr>
            <a:lvl8pPr algn="l">
              <a:defRPr sz="1950" b="0">
                <a:solidFill>
                  <a:srgbClr val="1B2938"/>
                </a:solidFill>
                <a:latin typeface="微软雅黑" panose="020B0503020204020204" charset="-122"/>
                <a:ea typeface="微软雅黑" panose="020B0503020204020204" charset="-122"/>
                <a:cs typeface="微软雅黑" panose="020B0503020204020204" charset="-122"/>
              </a:defRPr>
            </a:lvl8pPr>
            <a:lvl9pPr algn="l">
              <a:defRPr sz="1950" b="0">
                <a:solidFill>
                  <a:srgbClr val="1B2938"/>
                </a:solidFill>
                <a:latin typeface="微软雅黑" panose="020B0503020204020204" charset="-122"/>
                <a:ea typeface="微软雅黑" panose="020B0503020204020204" charset="-122"/>
                <a:cs typeface="微软雅黑" panose="020B0503020204020204" charset="-122"/>
              </a:defRPr>
            </a:lvl9pPr>
          </a:lstStyle>
          <a:p>
            <a:pPr algn="l">
              <a:defRPr sz="1950" b="0">
                <a:solidFill>
                  <a:srgbClr val="1B2938"/>
                </a:solidFill>
                <a:latin typeface="微软雅黑" panose="020B0503020204020204" charset="-122"/>
                <a:ea typeface="微软雅黑" panose="020B0503020204020204" charset="-122"/>
                <a:cs typeface="微软雅黑" panose="020B0503020204020204" charset="-122"/>
              </a:defRPr>
            </a:pPr>
            <a:r>
              <a:rPr sz="1950" b="0">
                <a:solidFill>
                  <a:srgbClr val="1B2938"/>
                </a:solidFill>
                <a:latin typeface="微软雅黑" panose="020B0503020204020204" charset="-122"/>
                <a:ea typeface="微软雅黑" panose="020B0503020204020204" charset="-122"/>
                <a:cs typeface="微软雅黑" panose="020B0503020204020204" charset="-122"/>
              </a:rPr>
              <a:t>固定环境、观测、奖励和动作；明确交互与调参预算；多训练种子；统一留出测试；同时报告样本效率与时间。</a:t>
            </a:r>
            <a:endParaRPr sz="1950" b="0">
              <a:solidFill>
                <a:srgbClr val="1B2938"/>
              </a:solidFill>
              <a:latin typeface="微软雅黑" panose="020B0503020204020204" charset="-122"/>
              <a:ea typeface="微软雅黑" panose="020B0503020204020204" charset="-122"/>
              <a:cs typeface="微软雅黑" panose="020B0503020204020204" charset="-122"/>
            </a:endParaRPr>
          </a:p>
        </p:txBody>
      </p:sp>
      <p:sp>
        <p:nvSpPr>
          <p:cNvPr id="17" name="算法性质来源：SB3 官方 DQN、PPO 与算法支持表（链接见备注）；公平对照方案为本项"/>
          <p:cNvSpPr>
            <a:spLocks noGrp="1"/>
          </p:cNvSpPr>
          <p:nvPr/>
        </p:nvSpPr>
        <p:spPr>
          <a:xfrm>
            <a:off x="514350" y="6343650"/>
            <a:ext cx="10858500" cy="285750"/>
          </a:xfrm>
          <a:prstGeom prst="rect">
            <a:avLst/>
          </a:prstGeom>
          <a:noFill/>
          <a:ln w="0">
            <a:noFill/>
          </a:ln>
        </p:spPr>
        <p:txBody>
          <a:bodyPr wrap="square" lIns="0" tIns="0" rIns="0" bIns="0" anchor="t">
            <a:noAutofit/>
          </a:bodyPr>
          <a:lstStyle>
            <a:defPPr algn="l">
              <a:defRPr sz="1200" b="0">
                <a:solidFill>
                  <a:srgbClr val="5D6975"/>
                </a:solidFill>
                <a:latin typeface="微软雅黑" panose="020B0503020204020204" charset="-122"/>
                <a:ea typeface="微软雅黑" panose="020B0503020204020204" charset="-122"/>
                <a:cs typeface="微软雅黑" panose="020B0503020204020204" charset="-122"/>
              </a:defRPr>
            </a:defPPr>
            <a:lvl1pPr algn="l">
              <a:defRPr sz="1200" b="0">
                <a:solidFill>
                  <a:srgbClr val="5D6975"/>
                </a:solidFill>
                <a:latin typeface="微软雅黑" panose="020B0503020204020204" charset="-122"/>
                <a:ea typeface="微软雅黑" panose="020B0503020204020204" charset="-122"/>
                <a:cs typeface="微软雅黑" panose="020B0503020204020204" charset="-122"/>
              </a:defRPr>
            </a:lvl1pPr>
            <a:lvl2pPr algn="l">
              <a:defRPr sz="1200" b="0">
                <a:solidFill>
                  <a:srgbClr val="5D6975"/>
                </a:solidFill>
                <a:latin typeface="微软雅黑" panose="020B0503020204020204" charset="-122"/>
                <a:ea typeface="微软雅黑" panose="020B0503020204020204" charset="-122"/>
                <a:cs typeface="微软雅黑" panose="020B0503020204020204" charset="-122"/>
              </a:defRPr>
            </a:lvl2pPr>
            <a:lvl3pPr algn="l">
              <a:defRPr sz="1200" b="0">
                <a:solidFill>
                  <a:srgbClr val="5D6975"/>
                </a:solidFill>
                <a:latin typeface="微软雅黑" panose="020B0503020204020204" charset="-122"/>
                <a:ea typeface="微软雅黑" panose="020B0503020204020204" charset="-122"/>
                <a:cs typeface="微软雅黑" panose="020B0503020204020204" charset="-122"/>
              </a:defRPr>
            </a:lvl3pPr>
            <a:lvl4pPr algn="l">
              <a:defRPr sz="1200" b="0">
                <a:solidFill>
                  <a:srgbClr val="5D6975"/>
                </a:solidFill>
                <a:latin typeface="微软雅黑" panose="020B0503020204020204" charset="-122"/>
                <a:ea typeface="微软雅黑" panose="020B0503020204020204" charset="-122"/>
                <a:cs typeface="微软雅黑" panose="020B0503020204020204" charset="-122"/>
              </a:defRPr>
            </a:lvl4pPr>
            <a:lvl5pPr algn="l">
              <a:defRPr sz="1200" b="0">
                <a:solidFill>
                  <a:srgbClr val="5D6975"/>
                </a:solidFill>
                <a:latin typeface="微软雅黑" panose="020B0503020204020204" charset="-122"/>
                <a:ea typeface="微软雅黑" panose="020B0503020204020204" charset="-122"/>
                <a:cs typeface="微软雅黑" panose="020B0503020204020204" charset="-122"/>
              </a:defRPr>
            </a:lvl5pPr>
            <a:lvl6pPr algn="l">
              <a:defRPr sz="1200" b="0">
                <a:solidFill>
                  <a:srgbClr val="5D6975"/>
                </a:solidFill>
                <a:latin typeface="微软雅黑" panose="020B0503020204020204" charset="-122"/>
                <a:ea typeface="微软雅黑" panose="020B0503020204020204" charset="-122"/>
                <a:cs typeface="微软雅黑" panose="020B0503020204020204" charset="-122"/>
              </a:defRPr>
            </a:lvl6pPr>
            <a:lvl7pPr algn="l">
              <a:defRPr sz="1200" b="0">
                <a:solidFill>
                  <a:srgbClr val="5D6975"/>
                </a:solidFill>
                <a:latin typeface="微软雅黑" panose="020B0503020204020204" charset="-122"/>
                <a:ea typeface="微软雅黑" panose="020B0503020204020204" charset="-122"/>
                <a:cs typeface="微软雅黑" panose="020B0503020204020204" charset="-122"/>
              </a:defRPr>
            </a:lvl7pPr>
            <a:lvl8pPr algn="l">
              <a:defRPr sz="1200" b="0">
                <a:solidFill>
                  <a:srgbClr val="5D6975"/>
                </a:solidFill>
                <a:latin typeface="微软雅黑" panose="020B0503020204020204" charset="-122"/>
                <a:ea typeface="微软雅黑" panose="020B0503020204020204" charset="-122"/>
                <a:cs typeface="微软雅黑" panose="020B0503020204020204" charset="-122"/>
              </a:defRPr>
            </a:lvl8pPr>
            <a:lvl9pPr algn="l">
              <a:defRPr sz="1200" b="0">
                <a:solidFill>
                  <a:srgbClr val="5D6975"/>
                </a:solidFill>
                <a:latin typeface="微软雅黑" panose="020B0503020204020204" charset="-122"/>
                <a:ea typeface="微软雅黑" panose="020B0503020204020204" charset="-122"/>
                <a:cs typeface="微软雅黑" panose="020B0503020204020204" charset="-122"/>
              </a:defRPr>
            </a:lvl9pPr>
          </a:lstStyle>
          <a:p>
            <a:pPr algn="l">
              <a:defRPr sz="1200" b="0">
                <a:solidFill>
                  <a:srgbClr val="5D6975"/>
                </a:solidFill>
                <a:latin typeface="微软雅黑" panose="020B0503020204020204" charset="-122"/>
                <a:ea typeface="微软雅黑" panose="020B0503020204020204" charset="-122"/>
                <a:cs typeface="微软雅黑" panose="020B0503020204020204" charset="-122"/>
              </a:defRPr>
            </a:pPr>
            <a:r>
              <a:rPr sz="1200" b="0">
                <a:solidFill>
                  <a:srgbClr val="5D6975"/>
                </a:solidFill>
                <a:latin typeface="微软雅黑" panose="020B0503020204020204" charset="-122"/>
                <a:ea typeface="微软雅黑" panose="020B0503020204020204" charset="-122"/>
                <a:cs typeface="微软雅黑" panose="020B0503020204020204" charset="-122"/>
              </a:rPr>
              <a:t>算法性质来源：SB3 官方 DQN、PPO 与算法支持表（链接见备注）；公平对照方案为本项目后续设计。</a:t>
            </a:r>
            <a:endParaRPr sz="1200" b="0">
              <a:solidFill>
                <a:srgbClr val="5D6975"/>
              </a:solidFill>
              <a:latin typeface="微软雅黑" panose="020B0503020204020204" charset="-122"/>
              <a:ea typeface="微软雅黑" panose="020B0503020204020204" charset="-122"/>
              <a:cs typeface="微软雅黑" panose="020B0503020204020204" charset="-122"/>
            </a:endParaRPr>
          </a:p>
        </p:txBody>
      </p:sp>
    </p:spTree>
  </p:cSld>
  <p:clrMapOvr>
    <a:masterClrMapping/>
  </p:clrMapOvr>
  <p:transition/>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DengXian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DengXian"/>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DengXian Light"/>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DengXian"/>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5556</Words>
  <Application>WPS 演示</Application>
  <PresentationFormat>Converted Presentation</PresentationFormat>
  <Paragraphs>786</Paragraphs>
  <Slides>21</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21</vt:i4>
      </vt:variant>
    </vt:vector>
  </HeadingPairs>
  <TitlesOfParts>
    <vt:vector size="30" baseType="lpstr">
      <vt:lpstr>Arial</vt:lpstr>
      <vt:lpstr>宋体</vt:lpstr>
      <vt:lpstr>Wingdings</vt:lpstr>
      <vt:lpstr>Arial</vt:lpstr>
      <vt:lpstr>微软雅黑</vt:lpstr>
      <vt:lpstr>等线</vt:lpstr>
      <vt:lpstr>Arial Unicode MS</vt:lpstr>
      <vt:lpstr>等线 Light</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柯佟</cp:lastModifiedBy>
  <cp:revision>1</cp:revision>
  <dcterms:created xsi:type="dcterms:W3CDTF">2026-10-20T04:32:53Z</dcterms:created>
  <dcterms:modified xsi:type="dcterms:W3CDTF">2026-10-20T04:32:54Z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2052-12.1.0.29161</vt:lpwstr>
  </property>
  <property fmtid="{D5CDD505-2E9C-101B-9397-08002B2CF9AE}" pid="3" name="ICV">
    <vt:lpwstr>2279647606624DB49B4FE4672A34F400_12</vt:lpwstr>
  </property>
</Properties>
</file>